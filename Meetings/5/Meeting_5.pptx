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8" r:id="rId7"/>
    <p:sldId id="269" r:id="rId8"/>
    <p:sldId id="263" r:id="rId9"/>
    <p:sldId id="258" r:id="rId10"/>
    <p:sldId id="259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3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26.02.2025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Histogramm </a:t>
            </a:r>
            <a:r>
              <a:rPr lang="de-DE" dirty="0" err="1"/>
              <a:t>Binning</a:t>
            </a:r>
            <a:r>
              <a:rPr lang="de-DE" dirty="0"/>
              <a:t> korrigiert</a:t>
            </a:r>
          </a:p>
          <a:p>
            <a:r>
              <a:rPr lang="de-DE" dirty="0"/>
              <a:t>Gruppen implementiert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E31B-B689-0759-1C87-FE051BA2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F40F2-C07E-F64E-048B-B84B2A6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Histogramm </a:t>
            </a:r>
            <a:r>
              <a:rPr lang="de-DE" dirty="0" err="1"/>
              <a:t>binning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5682D8C-BCB9-5132-449B-6CC1575D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70" cy="3458828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F893D62-B266-6AB3-394D-B3972D3D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625438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9B3F5F59-D6FD-D440-C565-543F8B12A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1323260"/>
            <a:ext cx="5848351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84CF-1014-B673-6747-9B65860B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D5101-F982-9694-6E00-83BEC477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Histogramm </a:t>
            </a:r>
            <a:r>
              <a:rPr lang="de-DE" dirty="0" err="1"/>
              <a:t>binning</a:t>
            </a:r>
            <a:r>
              <a:rPr lang="de-DE" dirty="0"/>
              <a:t> </a:t>
            </a:r>
            <a:r>
              <a:rPr lang="de-DE" dirty="0" err="1"/>
              <a:t>split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E819E26-3942-A693-BA56-27131B31E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70" cy="3458827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63CAF17-56CB-295B-1B4B-64CCD0CCE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493216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804937D4-08EA-B22C-B046-F0D33B8E8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737" y="1323260"/>
            <a:ext cx="5476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8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27D8-20AB-DFA8-DD4C-A1A77BD9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E79B5-1ED4-2CBB-81F4-4F84CCE3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Gruppen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4E6522-530B-5FA1-CD69-1C231843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Import</a:t>
            </a:r>
          </a:p>
          <a:p>
            <a:r>
              <a:rPr lang="de-DE" dirty="0"/>
              <a:t>Prompt länger als 500</a:t>
            </a:r>
          </a:p>
          <a:p>
            <a:r>
              <a:rPr lang="de-DE" dirty="0"/>
              <a:t>Enthält Beispiele</a:t>
            </a:r>
          </a:p>
          <a:p>
            <a:r>
              <a:rPr lang="de-DE" dirty="0"/>
              <a:t>Hat Funktion mehr als drei Eingabevariablen</a:t>
            </a:r>
          </a:p>
          <a:p>
            <a:r>
              <a:rPr lang="de-DE" dirty="0"/>
              <a:t>Gibt Funktion etwas zurück</a:t>
            </a:r>
          </a:p>
          <a:p>
            <a:endParaRPr lang="de-DE" dirty="0"/>
          </a:p>
          <a:p>
            <a:r>
              <a:rPr lang="de-DE" dirty="0"/>
              <a:t>Bsp.: 92,  45,  28,   7, 159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22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3237-A1C5-B7D7-5622-531349A0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D2AA1-5640-8C41-9899-C0DAA74A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Histogramm </a:t>
            </a:r>
            <a:r>
              <a:rPr lang="de-DE" dirty="0" err="1"/>
              <a:t>binning</a:t>
            </a:r>
            <a:r>
              <a:rPr lang="de-DE" dirty="0"/>
              <a:t> </a:t>
            </a:r>
            <a:r>
              <a:rPr lang="de-DE" dirty="0" err="1"/>
              <a:t>split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D5523AD7-AE60-7D6D-B3A6-FC32DFC21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69" cy="3458827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95B5AFE2-2CBA-EB9F-A282-C17D4E086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126757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7FFDDC7B-9BB3-0241-27F4-ED7F99624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737" y="1323260"/>
            <a:ext cx="5476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7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D1A4B-B8E8-8CE5-A29D-D45FE3305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Lambdas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C26C99-2481-3A69-D1B4-D87CC9774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0.16  (Import)</a:t>
            </a:r>
          </a:p>
          <a:p>
            <a:r>
              <a:rPr lang="de-DE" dirty="0"/>
              <a:t>0.01 (Prompt &gt; 500)</a:t>
            </a:r>
          </a:p>
          <a:p>
            <a:r>
              <a:rPr lang="de-DE" dirty="0"/>
              <a:t>0.28  (</a:t>
            </a:r>
            <a:r>
              <a:rPr lang="de-DE" dirty="0" err="1"/>
              <a:t>Examples</a:t>
            </a:r>
            <a:r>
              <a:rPr lang="de-DE" dirty="0"/>
              <a:t>)</a:t>
            </a:r>
          </a:p>
          <a:p>
            <a:r>
              <a:rPr lang="de-DE" dirty="0"/>
              <a:t>0.02 (&gt; 3 Eingabevariablen)</a:t>
            </a:r>
          </a:p>
          <a:p>
            <a:r>
              <a:rPr lang="de-DE" dirty="0"/>
              <a:t>-0.21 (Return)</a:t>
            </a:r>
          </a:p>
        </p:txBody>
      </p:sp>
    </p:spTree>
    <p:extLst>
      <p:ext uri="{BB962C8B-B14F-4D97-AF65-F5344CB8AC3E}">
        <p14:creationId xmlns:p14="http://schemas.microsoft.com/office/powerpoint/2010/main" val="3770297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Gruppen Kalibrierung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Breitbild</PresentationFormat>
  <Paragraphs>74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Meeting 26.02.2025</vt:lpstr>
      <vt:lpstr>Fortschritt</vt:lpstr>
      <vt:lpstr>Ergebnisse – Histogramm binning</vt:lpstr>
      <vt:lpstr>Ergebnisse – Histogramm binning split</vt:lpstr>
      <vt:lpstr>Gruppen</vt:lpstr>
      <vt:lpstr>Ergebnisse – Histogramm binning split</vt:lpstr>
      <vt:lpstr>Lambdas</vt:lpstr>
      <vt:lpstr>Scores</vt:lpstr>
      <vt:lpstr>Probleme/Fragen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72</cp:revision>
  <dcterms:created xsi:type="dcterms:W3CDTF">2025-02-04T21:38:14Z</dcterms:created>
  <dcterms:modified xsi:type="dcterms:W3CDTF">2025-02-25T21:44:42Z</dcterms:modified>
</cp:coreProperties>
</file>