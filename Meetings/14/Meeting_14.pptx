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71" r:id="rId5"/>
    <p:sldId id="266" r:id="rId6"/>
    <p:sldId id="278" r:id="rId7"/>
    <p:sldId id="279" r:id="rId8"/>
    <p:sldId id="277" r:id="rId9"/>
    <p:sldId id="280" r:id="rId10"/>
    <p:sldId id="26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03.08819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14.05.2025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E43A-8D76-32E8-8DB5-F2E75A1E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B5C3CC-F45F-5FCA-D704-BF101A41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Letztes Mal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882644-EAC1-166D-56A4-7F041F8A2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 err="1">
                <a:solidFill>
                  <a:schemeClr val="accent2"/>
                </a:solidFill>
              </a:rPr>
              <a:t>Program</a:t>
            </a:r>
            <a:r>
              <a:rPr lang="de-DE" dirty="0">
                <a:solidFill>
                  <a:schemeClr val="accent2"/>
                </a:solidFill>
              </a:rPr>
              <a:t> </a:t>
            </a:r>
            <a:r>
              <a:rPr lang="de-DE" dirty="0" err="1">
                <a:solidFill>
                  <a:schemeClr val="accent2"/>
                </a:solidFill>
              </a:rPr>
              <a:t>Repair</a:t>
            </a:r>
            <a:endParaRPr lang="de-DE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3"/>
                </a:solidFill>
              </a:rPr>
              <a:t>Confidence durch weiteres LLM generieren lasen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>
                <a:solidFill>
                  <a:srgbClr val="C00000"/>
                </a:solidFill>
              </a:rPr>
              <a:t>Tempreature</a:t>
            </a:r>
            <a:r>
              <a:rPr lang="de-DE" dirty="0">
                <a:solidFill>
                  <a:srgbClr val="C00000"/>
                </a:solidFill>
              </a:rPr>
              <a:t> </a:t>
            </a:r>
            <a:r>
              <a:rPr lang="de-DE" dirty="0" err="1">
                <a:solidFill>
                  <a:srgbClr val="C00000"/>
                </a:solidFill>
              </a:rPr>
              <a:t>Scaling</a:t>
            </a:r>
            <a:endParaRPr lang="de-DE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rgbClr val="C00000"/>
                </a:solidFill>
              </a:rPr>
              <a:t>Spline </a:t>
            </a:r>
            <a:r>
              <a:rPr lang="de-DE" dirty="0" err="1">
                <a:solidFill>
                  <a:srgbClr val="C00000"/>
                </a:solidFill>
              </a:rPr>
              <a:t>Calibration</a:t>
            </a:r>
            <a:endParaRPr lang="de-DE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Survey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>
                <a:solidFill>
                  <a:schemeClr val="accent3"/>
                </a:solidFill>
              </a:rPr>
              <a:t>Regressor Trainieren (</a:t>
            </a:r>
            <a:r>
              <a:rPr lang="de-DE" dirty="0" err="1">
                <a:solidFill>
                  <a:schemeClr val="accent3"/>
                </a:solidFill>
              </a:rPr>
              <a:t>Merkamle</a:t>
            </a:r>
            <a:r>
              <a:rPr lang="de-DE" dirty="0">
                <a:solidFill>
                  <a:schemeClr val="accent3"/>
                </a:solidFill>
              </a:rPr>
              <a:t> Token Scores/Gruppen/</a:t>
            </a:r>
            <a:r>
              <a:rPr lang="de-DE" dirty="0" err="1">
                <a:solidFill>
                  <a:schemeClr val="accent3"/>
                </a:solidFill>
              </a:rPr>
              <a:t>Evaluator</a:t>
            </a:r>
            <a:r>
              <a:rPr lang="de-DE" dirty="0">
                <a:solidFill>
                  <a:schemeClr val="accent3"/>
                </a:solidFill>
              </a:rPr>
              <a:t> LLM)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2"/>
                </a:solidFill>
              </a:rPr>
              <a:t>Gruppen Clustering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>
                <a:solidFill>
                  <a:schemeClr val="accent2"/>
                </a:solidFill>
              </a:rPr>
              <a:t>Weitere Modelle testen (zu einem späteren Zeitpunkt)</a:t>
            </a:r>
          </a:p>
        </p:txBody>
      </p:sp>
    </p:spTree>
    <p:extLst>
      <p:ext uri="{BB962C8B-B14F-4D97-AF65-F5344CB8AC3E}">
        <p14:creationId xmlns:p14="http://schemas.microsoft.com/office/powerpoint/2010/main" val="3748157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Confidence von (größerem) LLM generieren lassen</a:t>
            </a:r>
          </a:p>
          <a:p>
            <a:r>
              <a:rPr lang="de-DE" dirty="0"/>
              <a:t>Sample </a:t>
            </a:r>
            <a:r>
              <a:rPr lang="de-DE" dirty="0" err="1"/>
              <a:t>viewer</a:t>
            </a:r>
            <a:r>
              <a:rPr lang="de-DE" dirty="0"/>
              <a:t> verbessert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8445-C680-5EE2-BB30-239A4BA9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4A877C-D38A-E8F0-29B7-41562B0A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CF7249-2A56-09CB-FB46-5A5F4DE42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Verbalisierte Confidence</a:t>
            </a:r>
          </a:p>
          <a:p>
            <a:pPr lvl="1"/>
            <a:r>
              <a:rPr lang="de-DE" dirty="0"/>
              <a:t>Quantitative (0-100%)</a:t>
            </a:r>
          </a:p>
          <a:p>
            <a:pPr lvl="1"/>
            <a:r>
              <a:rPr lang="de-DE" dirty="0"/>
              <a:t>Qualitativ</a:t>
            </a:r>
          </a:p>
          <a:p>
            <a:pPr lvl="2"/>
            <a:r>
              <a:rPr lang="en-US" dirty="0"/>
              <a:t> "Very low": 0</a:t>
            </a:r>
          </a:p>
          <a:p>
            <a:pPr lvl="2"/>
            <a:r>
              <a:rPr lang="en-US" dirty="0"/>
              <a:t> "Low": 0.3</a:t>
            </a:r>
          </a:p>
          <a:p>
            <a:pPr lvl="2"/>
            <a:r>
              <a:rPr lang="en-US" dirty="0"/>
              <a:t>  "Somewhat low": 0.45</a:t>
            </a:r>
          </a:p>
          <a:p>
            <a:pPr lvl="2"/>
            <a:r>
              <a:rPr lang="en-US" dirty="0"/>
              <a:t>  "Medium": 0.5</a:t>
            </a:r>
          </a:p>
          <a:p>
            <a:pPr lvl="2"/>
            <a:r>
              <a:rPr lang="en-US" dirty="0"/>
              <a:t>  "Somewhat high": 0.65</a:t>
            </a:r>
          </a:p>
          <a:p>
            <a:pPr lvl="2"/>
            <a:r>
              <a:rPr lang="en-US" dirty="0"/>
              <a:t>  "High": 0.7</a:t>
            </a:r>
          </a:p>
          <a:p>
            <a:pPr lvl="2"/>
            <a:r>
              <a:rPr lang="en-US" dirty="0"/>
              <a:t>  "Very high": 1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182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1B74-5398-0EB4-042A-000A9C9B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FC069-F328-901F-878A-7EFDAAC3A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 - Quantitativ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5433D08-6B79-9F92-C67F-3E8CB47DA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1" r="9551"/>
          <a:stretch/>
        </p:blipFill>
        <p:spPr>
          <a:xfrm>
            <a:off x="0" y="1753982"/>
            <a:ext cx="12192000" cy="2511836"/>
          </a:xfrm>
          <a:prstGeom prst="rect">
            <a:avLst/>
          </a:prstGeom>
        </p:spPr>
      </p:pic>
      <p:pic>
        <p:nvPicPr>
          <p:cNvPr id="6" name="Grafik 5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8950A963-19DE-FEEB-B491-6FB424FD8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759" y="4865594"/>
            <a:ext cx="5058481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8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0822-C684-D4D4-F2B1-CBBF2C19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43DFF7-0A35-10CB-E542-B6674CDE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 - Qualitativ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4D6209D-93EF-FFA0-7701-CA3CA749B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1" r="9551"/>
          <a:stretch/>
        </p:blipFill>
        <p:spPr>
          <a:xfrm>
            <a:off x="0" y="1753982"/>
            <a:ext cx="12192000" cy="251183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D9A7090-3FF5-F317-FE43-97C343E028D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5769" y="4865594"/>
            <a:ext cx="505800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6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96BF4-C012-BF69-3A9A-4EDAFB17D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AE0362-D2E5-0E72-8732-A0B259264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Confidence Generierung – </a:t>
            </a:r>
            <a:r>
              <a:rPr lang="de-DE" dirty="0" err="1"/>
              <a:t>Avg</a:t>
            </a:r>
            <a:r>
              <a:rPr lang="de-DE" dirty="0"/>
              <a:t> Token Prob.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1383447-A611-3A42-3E8E-53E2117E1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1" r="9551"/>
          <a:stretch/>
        </p:blipFill>
        <p:spPr>
          <a:xfrm>
            <a:off x="0" y="1753982"/>
            <a:ext cx="12192000" cy="251183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26DF9C2-8D27-3229-31FA-3C76501C6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9131" y="4865594"/>
            <a:ext cx="4833736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5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F2AB0-CA57-4088-F303-B05F1FBF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C42A4-0C6E-F94D-9FA5-6FCFF61E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Sample Viewer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880998-6D85-178B-0C0B-BC0E66C09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9699ADF8-6BF6-C1BC-D006-D01BB7326369}"/>
              </a:ext>
            </a:extLst>
          </p:cNvPr>
          <p:cNvSpPr txBox="1">
            <a:spLocks/>
          </p:cNvSpPr>
          <p:nvPr/>
        </p:nvSpPr>
        <p:spPr>
          <a:xfrm>
            <a:off x="843810" y="18071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6319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53E2-8CB5-13E9-1633-948214C68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613C34-DCAE-C7D9-4F80-25C3D44B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1D48C9-1651-ECA0-3421-78C7F7CEB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9E20ABB-268F-851A-8F5F-35F227EE306C}"/>
              </a:ext>
            </a:extLst>
          </p:cNvPr>
          <p:cNvSpPr txBox="1">
            <a:spLocks/>
          </p:cNvSpPr>
          <p:nvPr/>
        </p:nvSpPr>
        <p:spPr>
          <a:xfrm>
            <a:off x="843810" y="18071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hlinkClick r:id="rId2"/>
              </a:rPr>
              <a:t>https://arxiv.org/pdf/2403.08819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7940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83C0-4FED-2225-8020-9D6EF1BB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2232E-56E2-544A-99C1-A314FC9C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605211-ED0F-94CB-5AE5-5341978EE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810" y="1807172"/>
            <a:ext cx="10515600" cy="4351338"/>
          </a:xfrm>
        </p:spPr>
        <p:txBody>
          <a:bodyPr/>
          <a:lstStyle/>
          <a:p>
            <a:r>
              <a:rPr lang="de-DE" dirty="0" err="1"/>
              <a:t>Program</a:t>
            </a:r>
            <a:r>
              <a:rPr lang="de-DE" dirty="0"/>
              <a:t> </a:t>
            </a:r>
            <a:r>
              <a:rPr lang="de-DE" dirty="0" err="1"/>
              <a:t>Repair</a:t>
            </a:r>
            <a:endParaRPr lang="de-DE" dirty="0"/>
          </a:p>
          <a:p>
            <a:r>
              <a:rPr lang="de-DE" dirty="0"/>
              <a:t>Qualitativ Skala anpassen</a:t>
            </a:r>
          </a:p>
          <a:p>
            <a:r>
              <a:rPr lang="de-DE" dirty="0"/>
              <a:t>Regressor trainieren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7686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Breitbild</PresentationFormat>
  <Paragraphs>34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Meeting 14.05.2025</vt:lpstr>
      <vt:lpstr>Letztes Mal</vt:lpstr>
      <vt:lpstr>Fortschritt</vt:lpstr>
      <vt:lpstr>Confidence Generierung</vt:lpstr>
      <vt:lpstr>Confidence Generierung - Quantitativ</vt:lpstr>
      <vt:lpstr>Confidence Generierung - Qualitativ</vt:lpstr>
      <vt:lpstr>Confidence Generierung – Avg Token Prob.</vt:lpstr>
      <vt:lpstr>Sample Viewer</vt:lpstr>
      <vt:lpstr>Probleme/Fragen</vt:lpstr>
      <vt:lpstr>Nächste Schritte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172</cp:revision>
  <dcterms:created xsi:type="dcterms:W3CDTF">2025-02-04T21:38:14Z</dcterms:created>
  <dcterms:modified xsi:type="dcterms:W3CDTF">2025-05-14T10:35:35Z</dcterms:modified>
</cp:coreProperties>
</file>