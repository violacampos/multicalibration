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0" r:id="rId3"/>
    <p:sldId id="257" r:id="rId4"/>
    <p:sldId id="271" r:id="rId5"/>
    <p:sldId id="266" r:id="rId6"/>
    <p:sldId id="273" r:id="rId7"/>
    <p:sldId id="274" r:id="rId8"/>
    <p:sldId id="276" r:id="rId9"/>
    <p:sldId id="275" r:id="rId10"/>
    <p:sldId id="277" r:id="rId11"/>
    <p:sldId id="264" r:id="rId1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>
        <p:scale>
          <a:sx n="150" d="100"/>
          <a:sy n="150" d="100"/>
        </p:scale>
        <p:origin x="624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E76EBAB-3A16-712B-A15F-1E746AF7FB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73DEA9C-731E-DBE1-C5E4-B64179D218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3E81D4D-EDFC-30E3-77AC-2261596246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C5395-5867-409A-9EBF-57AEA1CD51C6}" type="datetimeFigureOut">
              <a:rPr lang="de-DE" smtClean="0"/>
              <a:t>06.05.2025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8A5E896-566C-15CA-B96F-4F6B45E5D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19EA4C7-0DAE-E291-9762-269C05FA3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ED2BA-57D4-4161-B489-E2836FB784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584903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95ACF27-C255-B56D-DDC9-419FB1B5D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05F8DF7-D26B-A449-DA5F-58AF7FB6B7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9727B82-719D-2666-F1B8-2EFD38476E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C5395-5867-409A-9EBF-57AEA1CD51C6}" type="datetimeFigureOut">
              <a:rPr lang="de-DE" smtClean="0"/>
              <a:t>06.05.2025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5BACA74-EC0F-11E2-6708-874AAAADB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ACC9690-E868-6D2F-DA79-17D7D7062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ED2BA-57D4-4161-B489-E2836FB784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639217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FD7F3B2-5510-0D11-FFBC-6B05FA197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7A90F53-CA34-CB2A-F736-62D9BEB5E9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A8EB3A7-9B31-9973-C757-5138B8ECD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C5395-5867-409A-9EBF-57AEA1CD51C6}" type="datetimeFigureOut">
              <a:rPr lang="de-DE" smtClean="0"/>
              <a:t>06.05.2025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EB2F319-2896-40F8-4E83-ED163F05D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DD7434D-0B2B-DF2E-D028-9CEC46D3E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ED2BA-57D4-4161-B489-E2836FB784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31243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45B5F27-5486-B4C3-8B01-AECA3362E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D0743C3-1A54-0AC7-EFC2-EA003E9A27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8F697AC-262F-FC82-A5FD-2CC83C2820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3884A44-92FF-430C-E8D3-3D8849B15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C5395-5867-409A-9EBF-57AEA1CD51C6}" type="datetimeFigureOut">
              <a:rPr lang="de-DE" smtClean="0"/>
              <a:t>06.05.2025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E713DF8-D713-8DD5-AA8F-04FBE58FB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D29B9F1-B26F-A0D6-A592-FCEC89BD3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ED2BA-57D4-4161-B489-E2836FB784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150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3FE35FC-D317-CDED-17D5-1A495860DC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570585D-B45A-E213-B26F-06B14A7A7B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B58C5E0-6555-E39C-3E8F-FD15755AB6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1588F357-13CE-6723-66B8-11E34227A1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8601971F-18DB-1EC2-E3D9-3DF964FFF2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39F039B5-3504-8809-B6D5-D96DDFD9E8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C5395-5867-409A-9EBF-57AEA1CD51C6}" type="datetimeFigureOut">
              <a:rPr lang="de-DE" smtClean="0"/>
              <a:t>06.05.2025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9F09212C-E7E5-3634-3A37-6F94E50C1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86A95597-C8AC-BE10-4B7D-2335BA830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ED2BA-57D4-4161-B489-E2836FB784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292035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337A88-D306-AE28-911A-0E50C0A67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1A49C43-DC1D-CB26-E23D-F30694EDDC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C5395-5867-409A-9EBF-57AEA1CD51C6}" type="datetimeFigureOut">
              <a:rPr lang="de-DE" smtClean="0"/>
              <a:t>06.05.2025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4C20557-ED07-6D95-7C15-8A6C260FDC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9EE7DDD-94A2-2790-5DAF-4CB59DFAE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ED2BA-57D4-4161-B489-E2836FB784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012097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7D4374E5-54D0-1367-991C-1ECDAD1419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C5395-5867-409A-9EBF-57AEA1CD51C6}" type="datetimeFigureOut">
              <a:rPr lang="de-DE" smtClean="0"/>
              <a:t>06.05.2025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3503CEA-FB8E-57CD-F9D2-C3170506A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96D1D0C-19C2-4DF3-5A5D-6A55AAAD3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ED2BA-57D4-4161-B489-E2836FB784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503603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F51785E-0B66-FA5B-8B36-EDDBFD06E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2915086-91E8-BD28-7D53-09BF460659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A84D735-646B-A7C0-53F7-0DB0D6B8AF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8F5FB0F-8BEE-457A-99E4-AA397C49E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C5395-5867-409A-9EBF-57AEA1CD51C6}" type="datetimeFigureOut">
              <a:rPr lang="de-DE" smtClean="0"/>
              <a:t>06.05.2025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F08954C-E2FB-16B8-A6EE-72B30B98C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390BCBC-F5C0-7A72-C00F-EB4EFE8C4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ED2BA-57D4-4161-B489-E2836FB784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84288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E290218-EAEC-CF02-943F-629EF5AA6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E2BC35E6-3E6E-58F4-FB3E-F1833353F6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91DBB99-5F37-1B63-3027-8F7106A0AB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E1F0C76-F9D3-A34A-D91F-3C323816CC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C5395-5867-409A-9EBF-57AEA1CD51C6}" type="datetimeFigureOut">
              <a:rPr lang="de-DE" smtClean="0"/>
              <a:t>06.05.2025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C043772-95C1-494D-29FF-93DACAE89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ECDB21B-10AF-A449-6479-425359E7D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ED2BA-57D4-4161-B489-E2836FB784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029047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4542747-1839-87A2-2D85-CAE6DEC1C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A69BE45E-A91C-B112-8D70-80923AFEE2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6F245C4-B4E8-2CC6-243F-43827E479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C5395-5867-409A-9EBF-57AEA1CD51C6}" type="datetimeFigureOut">
              <a:rPr lang="de-DE" smtClean="0"/>
              <a:t>06.05.2025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0579A67-60EA-C3D8-1995-7FC591CC5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2AC84DF-A79B-7974-89AB-93AB8E281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ED2BA-57D4-4161-B489-E2836FB784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319442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A6A9A15D-1F52-3F1B-6DBD-3B66A9D965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466AE342-4D56-D802-D3F4-D3E756FD90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FB65326-2E47-6863-BB58-50A20D652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C5395-5867-409A-9EBF-57AEA1CD51C6}" type="datetimeFigureOut">
              <a:rPr lang="de-DE" smtClean="0"/>
              <a:t>06.05.2025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A99D3C9-5390-53BF-CF0C-4F0CDA755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990D5C2-5F39-5BD9-D0B2-552B7488A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ED2BA-57D4-4161-B489-E2836FB784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377400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87190FFF-6C70-5A0C-8497-1D7696065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F3EDD04-4322-13BD-C249-176F3791BA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6C40542-238A-F861-F910-A7537F5C81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DC5395-5867-409A-9EBF-57AEA1CD51C6}" type="datetimeFigureOut">
              <a:rPr lang="de-DE" smtClean="0"/>
              <a:t>06.05.2025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F3FC237-C955-51B1-4921-179FFBA63F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FA6FD00-EE39-FF86-1B6F-4A4DBF2426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AED2BA-57D4-4161-B489-E2836FB784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85582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BC9122-675A-F643-11CD-AF2CCA0E4DC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Meeting 07.05.2025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5843062-9BF9-CA17-BBFA-DA13C828108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6810877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97E43A-8D76-32E8-8DB5-F2E75A1EE5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3B5C3CC-F45F-5FCA-D704-BF101A41FB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Letztes Mal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1882644-EAC1-166D-56A4-7F041F8A23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3810" y="1807172"/>
            <a:ext cx="10515600" cy="4351338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de-DE" dirty="0" err="1">
                <a:solidFill>
                  <a:schemeClr val="accent2"/>
                </a:solidFill>
              </a:rPr>
              <a:t>Program</a:t>
            </a:r>
            <a:r>
              <a:rPr lang="de-DE" dirty="0">
                <a:solidFill>
                  <a:schemeClr val="accent2"/>
                </a:solidFill>
              </a:rPr>
              <a:t> </a:t>
            </a:r>
            <a:r>
              <a:rPr lang="de-DE" dirty="0" err="1">
                <a:solidFill>
                  <a:schemeClr val="accent2"/>
                </a:solidFill>
              </a:rPr>
              <a:t>Repair</a:t>
            </a:r>
            <a:endParaRPr lang="de-DE" dirty="0">
              <a:solidFill>
                <a:schemeClr val="accent2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de-DE" dirty="0">
                <a:solidFill>
                  <a:schemeClr val="accent3"/>
                </a:solidFill>
              </a:rPr>
              <a:t>Confidence durch weiteres LLM generieren lasen</a:t>
            </a:r>
          </a:p>
          <a:p>
            <a:pPr marL="514350" indent="-514350">
              <a:buFont typeface="+mj-lt"/>
              <a:buAutoNum type="arabicPeriod"/>
            </a:pPr>
            <a:r>
              <a:rPr lang="de-DE" dirty="0" err="1">
                <a:solidFill>
                  <a:srgbClr val="C00000"/>
                </a:solidFill>
              </a:rPr>
              <a:t>Tempreature</a:t>
            </a:r>
            <a:r>
              <a:rPr lang="de-DE" dirty="0">
                <a:solidFill>
                  <a:srgbClr val="C00000"/>
                </a:solidFill>
              </a:rPr>
              <a:t> </a:t>
            </a:r>
            <a:r>
              <a:rPr lang="de-DE" dirty="0" err="1">
                <a:solidFill>
                  <a:srgbClr val="C00000"/>
                </a:solidFill>
              </a:rPr>
              <a:t>Scaling</a:t>
            </a:r>
            <a:endParaRPr lang="de-DE" dirty="0">
              <a:solidFill>
                <a:srgbClr val="C00000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de-DE" dirty="0">
                <a:solidFill>
                  <a:srgbClr val="C00000"/>
                </a:solidFill>
              </a:rPr>
              <a:t>Spline </a:t>
            </a:r>
            <a:r>
              <a:rPr lang="de-DE" dirty="0" err="1">
                <a:solidFill>
                  <a:srgbClr val="C00000"/>
                </a:solidFill>
              </a:rPr>
              <a:t>Calibration</a:t>
            </a:r>
            <a:endParaRPr lang="de-DE" dirty="0">
              <a:solidFill>
                <a:srgbClr val="C00000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de-DE" dirty="0"/>
              <a:t>Survey</a:t>
            </a:r>
          </a:p>
          <a:p>
            <a:pPr marL="971550" lvl="1" indent="-514350">
              <a:buFont typeface="+mj-lt"/>
              <a:buAutoNum type="arabicPeriod"/>
            </a:pPr>
            <a:r>
              <a:rPr lang="de-DE" dirty="0">
                <a:solidFill>
                  <a:schemeClr val="accent3"/>
                </a:solidFill>
              </a:rPr>
              <a:t>Regressor Trainieren (</a:t>
            </a:r>
            <a:r>
              <a:rPr lang="de-DE" dirty="0" err="1">
                <a:solidFill>
                  <a:schemeClr val="accent3"/>
                </a:solidFill>
              </a:rPr>
              <a:t>Merkamle</a:t>
            </a:r>
            <a:r>
              <a:rPr lang="de-DE" dirty="0">
                <a:solidFill>
                  <a:schemeClr val="accent3"/>
                </a:solidFill>
              </a:rPr>
              <a:t> Token Scores/Gruppen/</a:t>
            </a:r>
            <a:r>
              <a:rPr lang="de-DE" dirty="0" err="1">
                <a:solidFill>
                  <a:schemeClr val="accent3"/>
                </a:solidFill>
              </a:rPr>
              <a:t>Evaluator</a:t>
            </a:r>
            <a:r>
              <a:rPr lang="de-DE" dirty="0">
                <a:solidFill>
                  <a:schemeClr val="accent3"/>
                </a:solidFill>
              </a:rPr>
              <a:t> LLM)</a:t>
            </a:r>
          </a:p>
          <a:p>
            <a:pPr marL="514350" indent="-514350">
              <a:buFont typeface="+mj-lt"/>
              <a:buAutoNum type="arabicPeriod"/>
            </a:pPr>
            <a:r>
              <a:rPr lang="de-DE" dirty="0">
                <a:solidFill>
                  <a:schemeClr val="accent2"/>
                </a:solidFill>
              </a:rPr>
              <a:t>Gruppen Clustering</a:t>
            </a:r>
          </a:p>
          <a:p>
            <a:pPr marL="514350" indent="-514350">
              <a:buFont typeface="+mj-lt"/>
              <a:buAutoNum type="arabicPeriod"/>
            </a:pPr>
            <a:r>
              <a:rPr lang="de-DE" dirty="0">
                <a:solidFill>
                  <a:schemeClr val="accent2"/>
                </a:solidFill>
              </a:rPr>
              <a:t>Weitere Modelle testen (zu einem späteren Zeitpunkt)</a:t>
            </a:r>
          </a:p>
        </p:txBody>
      </p:sp>
    </p:spTree>
    <p:extLst>
      <p:ext uri="{BB962C8B-B14F-4D97-AF65-F5344CB8AC3E}">
        <p14:creationId xmlns:p14="http://schemas.microsoft.com/office/powerpoint/2010/main" val="37481574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5DD5285-4B3F-FC97-B243-14D433972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Fortschritt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F635108-87AC-4C5D-0042-80AF2B4EDE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Confidence von LLM generieren lassen</a:t>
            </a:r>
          </a:p>
          <a:p>
            <a:r>
              <a:rPr lang="de-DE" dirty="0"/>
              <a:t>Darstellung verbessert</a:t>
            </a:r>
          </a:p>
          <a:p>
            <a:r>
              <a:rPr lang="de-DE" dirty="0"/>
              <a:t>Gruppen Confidence Scores überprüft</a:t>
            </a:r>
          </a:p>
          <a:p>
            <a:r>
              <a:rPr lang="de-DE" dirty="0"/>
              <a:t>Sample </a:t>
            </a:r>
            <a:r>
              <a:rPr lang="de-DE"/>
              <a:t>viewer</a:t>
            </a:r>
            <a:endParaRPr lang="de-DE" dirty="0"/>
          </a:p>
          <a:p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754099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FA8445-C680-5EE2-BB30-239A4BA9B7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14A877C-D38A-E8F0-29B7-41562B0AC9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Confidence Generierung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4CF7249-2A56-09CB-FB46-5A5F4DE42F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Verbalisierte Confidence</a:t>
            </a:r>
          </a:p>
          <a:p>
            <a:pPr lvl="1"/>
            <a:r>
              <a:rPr lang="de-DE" dirty="0"/>
              <a:t>Quantitative (0-100%)</a:t>
            </a:r>
          </a:p>
          <a:p>
            <a:pPr lvl="1"/>
            <a:r>
              <a:rPr lang="de-DE" dirty="0"/>
              <a:t>Qualitativ</a:t>
            </a:r>
          </a:p>
          <a:p>
            <a:pPr lvl="2"/>
            <a:r>
              <a:rPr lang="en-US" dirty="0"/>
              <a:t> "Very low": 0</a:t>
            </a:r>
          </a:p>
          <a:p>
            <a:pPr lvl="2"/>
            <a:r>
              <a:rPr lang="en-US" dirty="0"/>
              <a:t> "Low": 0.3</a:t>
            </a:r>
          </a:p>
          <a:p>
            <a:pPr lvl="2"/>
            <a:r>
              <a:rPr lang="en-US" dirty="0"/>
              <a:t>  "Somewhat low": 0.45</a:t>
            </a:r>
          </a:p>
          <a:p>
            <a:pPr lvl="2"/>
            <a:r>
              <a:rPr lang="en-US" dirty="0"/>
              <a:t>  "Medium": 0.5</a:t>
            </a:r>
          </a:p>
          <a:p>
            <a:pPr lvl="2"/>
            <a:r>
              <a:rPr lang="en-US" dirty="0"/>
              <a:t>  "Somewhat high": 0.65</a:t>
            </a:r>
          </a:p>
          <a:p>
            <a:pPr lvl="2"/>
            <a:r>
              <a:rPr lang="en-US" dirty="0"/>
              <a:t>  "High": 0.7</a:t>
            </a:r>
          </a:p>
          <a:p>
            <a:pPr lvl="2"/>
            <a:r>
              <a:rPr lang="en-US" dirty="0"/>
              <a:t>  "Very high": 1</a:t>
            </a:r>
          </a:p>
          <a:p>
            <a:r>
              <a:rPr lang="en-US" dirty="0"/>
              <a:t>Template Matching</a:t>
            </a:r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718239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B41B74-5398-0EB4-042A-000A9C9BC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DCFC069-F328-901F-878A-7EFDAAC3AE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Confidence Generierung - Quantitativ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65433D08-6B79-9F92-C67F-3E8CB47DAB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06" r="8699"/>
          <a:stretch/>
        </p:blipFill>
        <p:spPr>
          <a:xfrm>
            <a:off x="0" y="2173082"/>
            <a:ext cx="12192000" cy="2511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81866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8D4EFB-6E16-88E6-84FD-ADF9F7064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3E856B2-779D-E475-7B34-838CCB2DB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Confidence Generierung - Qualitativ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F2971F9D-E3F4-1A64-F8AB-E18454C948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51" r="9551"/>
          <a:stretch/>
        </p:blipFill>
        <p:spPr>
          <a:xfrm>
            <a:off x="0" y="2173082"/>
            <a:ext cx="12192000" cy="2511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94531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DD7AFB-F479-AE54-0A1B-1E79DBED7C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08494D8-56E2-641E-B828-0CBF65B22F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Confidence Generierung – </a:t>
            </a:r>
            <a:r>
              <a:rPr lang="de-DE" dirty="0" err="1"/>
              <a:t>Avg</a:t>
            </a:r>
            <a:r>
              <a:rPr lang="de-DE" dirty="0"/>
              <a:t> Token Prob.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B824184F-005F-FCE2-47BA-8709C7E62A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51" r="9551"/>
          <a:stretch/>
        </p:blipFill>
        <p:spPr>
          <a:xfrm>
            <a:off x="0" y="2173082"/>
            <a:ext cx="12192000" cy="2511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92817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C2BA5D-13C4-6C72-8634-FB1715E58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0FBB42B-2424-1E54-DBB5-215BC8D3E0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Confidence Generierung – </a:t>
            </a:r>
            <a:r>
              <a:rPr lang="de-DE" dirty="0" err="1"/>
              <a:t>Avg</a:t>
            </a:r>
            <a:r>
              <a:rPr lang="de-DE" dirty="0"/>
              <a:t> Token Prob.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83E3FF1C-E5B3-7194-DB6C-09E8EB5B17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51" r="9551"/>
          <a:stretch/>
        </p:blipFill>
        <p:spPr>
          <a:xfrm>
            <a:off x="0" y="2173082"/>
            <a:ext cx="12192000" cy="2511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69178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C1D90D-6E7C-9C93-FDA8-13900C13E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E91E6C2-A526-1652-E710-95898B9C7E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Group </a:t>
            </a:r>
            <a:r>
              <a:rPr lang="de-DE" dirty="0" err="1"/>
              <a:t>Calibration</a:t>
            </a:r>
            <a:endParaRPr lang="de-DE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7C96C6F2-96B5-D1DB-61DC-0C71E696BC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51" r="9551"/>
          <a:stretch/>
        </p:blipFill>
        <p:spPr>
          <a:xfrm>
            <a:off x="0" y="2173082"/>
            <a:ext cx="12192000" cy="2511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1572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9F2AB0-CA57-4088-F303-B05F1FBFCD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0C42A4-0C6E-F94D-9FA5-6FCFF61EF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Probleme/Fragen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F880998-6D85-178B-0C0B-BC0E66C09B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K-/5-Fold für alle Methoden?</a:t>
            </a:r>
          </a:p>
          <a:p>
            <a:r>
              <a:rPr lang="de-DE" dirty="0"/>
              <a:t>Quantile statt lineare Bins</a:t>
            </a:r>
          </a:p>
          <a:p>
            <a:r>
              <a:rPr lang="de-DE" dirty="0"/>
              <a:t>Generierte Confidence</a:t>
            </a:r>
          </a:p>
          <a:p>
            <a:pPr lvl="1"/>
            <a:r>
              <a:rPr lang="de-DE" dirty="0"/>
              <a:t>Verwerfen?</a:t>
            </a:r>
          </a:p>
          <a:p>
            <a:pPr lvl="1"/>
            <a:r>
              <a:rPr lang="de-DE" dirty="0"/>
              <a:t>Größere Modelle?</a:t>
            </a:r>
          </a:p>
          <a:p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6563193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7083C0-4FED-2225-8020-9D6EF1BB95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582232E-56E2-544A-99C1-A314FC9C0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Nächste Schritte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2605211-ED0F-94CB-5AE5-5341978EEC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3810" y="1807172"/>
            <a:ext cx="10515600" cy="4351338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076861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151</Words>
  <Application>Microsoft Office PowerPoint</Application>
  <PresentationFormat>Breitbild</PresentationFormat>
  <Paragraphs>39</Paragraphs>
  <Slides>11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</vt:lpstr>
      <vt:lpstr>Meeting 07.05.2025</vt:lpstr>
      <vt:lpstr>Letztes Mal</vt:lpstr>
      <vt:lpstr>Fortschritt</vt:lpstr>
      <vt:lpstr>Confidence Generierung</vt:lpstr>
      <vt:lpstr>Confidence Generierung - Quantitativ</vt:lpstr>
      <vt:lpstr>Confidence Generierung - Qualitativ</vt:lpstr>
      <vt:lpstr>Confidence Generierung – Avg Token Prob.</vt:lpstr>
      <vt:lpstr>Confidence Generierung – Avg Token Prob.</vt:lpstr>
      <vt:lpstr>Group Calibration</vt:lpstr>
      <vt:lpstr>Probleme/Fragen</vt:lpstr>
      <vt:lpstr>Nächste Schritte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wrv0t4_p41@hsrheinmain.onmicrosoft.com</dc:creator>
  <cp:lastModifiedBy>wrv0t4_p41@hsrheinmain.onmicrosoft.com</cp:lastModifiedBy>
  <cp:revision>156</cp:revision>
  <dcterms:created xsi:type="dcterms:W3CDTF">2025-02-04T21:38:14Z</dcterms:created>
  <dcterms:modified xsi:type="dcterms:W3CDTF">2025-05-06T20:13:59Z</dcterms:modified>
</cp:coreProperties>
</file>