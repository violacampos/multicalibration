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3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09.04.2025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Darstellung IGHB in </a:t>
            </a:r>
            <a:r>
              <a:rPr lang="de-DE" dirty="0" err="1"/>
              <a:t>streamlit</a:t>
            </a:r>
            <a:r>
              <a:rPr lang="de-DE" dirty="0"/>
              <a:t> erweitert</a:t>
            </a:r>
          </a:p>
          <a:p>
            <a:r>
              <a:rPr lang="de-DE" dirty="0" err="1"/>
              <a:t>Scipy</a:t>
            </a:r>
            <a:r>
              <a:rPr lang="de-DE" dirty="0"/>
              <a:t> </a:t>
            </a:r>
            <a:r>
              <a:rPr lang="de-DE" dirty="0" err="1"/>
              <a:t>minimize</a:t>
            </a:r>
            <a:r>
              <a:rPr lang="de-DE" dirty="0"/>
              <a:t> Funktion getestet</a:t>
            </a:r>
          </a:p>
          <a:p>
            <a:r>
              <a:rPr lang="de-DE" dirty="0"/>
              <a:t>Test GASCE</a:t>
            </a:r>
          </a:p>
          <a:p>
            <a:r>
              <a:rPr lang="de-DE" dirty="0"/>
              <a:t>Bugfixes</a:t>
            </a:r>
          </a:p>
          <a:p>
            <a:r>
              <a:rPr lang="de-DE" dirty="0"/>
              <a:t>5-Fold IGHB</a:t>
            </a:r>
          </a:p>
          <a:p>
            <a:r>
              <a:rPr lang="de-DE" dirty="0"/>
              <a:t>Gruppen erweitert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5C862-CA15-4CC2-2965-2177F13A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83C0-4FED-2225-8020-9D6EF1BB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2232E-56E2-544A-99C1-A314FC9C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605211-ED0F-94CB-5AE5-5341978EE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r>
              <a:rPr lang="de-DE" dirty="0"/>
              <a:t>Experiment Gegengruppen</a:t>
            </a:r>
          </a:p>
          <a:p>
            <a:r>
              <a:rPr lang="de-DE" dirty="0"/>
              <a:t>Vergleich aller Methoden</a:t>
            </a:r>
          </a:p>
          <a:p>
            <a:r>
              <a:rPr lang="de-DE" dirty="0"/>
              <a:t>Mittel der </a:t>
            </a:r>
            <a:r>
              <a:rPr lang="de-DE" dirty="0" err="1"/>
              <a:t>Fold</a:t>
            </a:r>
            <a:r>
              <a:rPr lang="de-DE" dirty="0"/>
              <a:t> erstellen</a:t>
            </a:r>
          </a:p>
          <a:p>
            <a:r>
              <a:rPr lang="de-DE" dirty="0"/>
              <a:t>Test IGHB/IGLB</a:t>
            </a:r>
          </a:p>
        </p:txBody>
      </p:sp>
    </p:spTree>
    <p:extLst>
      <p:ext uri="{BB962C8B-B14F-4D97-AF65-F5344CB8AC3E}">
        <p14:creationId xmlns:p14="http://schemas.microsoft.com/office/powerpoint/2010/main" val="2107686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1DBF-639A-914F-660E-44FFC2C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4FC2-43A4-99C7-9CA5-020F838F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Scores</a:t>
            </a:r>
          </a:p>
        </p:txBody>
      </p:sp>
      <p:pic>
        <p:nvPicPr>
          <p:cNvPr id="7" name="Grafik 6" descr="Ein Bild, das Text, Schrift, gelb, Zahl enthält.&#10;&#10;KI-generierte Inhalte können fehlerhaft sein.">
            <a:extLst>
              <a:ext uri="{FF2B5EF4-FFF2-40B4-BE49-F238E27FC236}">
                <a16:creationId xmlns:a16="http://schemas.microsoft.com/office/drawing/2014/main" id="{FF914935-A8C8-B88B-2420-8F5FACC9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2130298"/>
            <a:ext cx="4073936" cy="841502"/>
          </a:xfrm>
          <a:prstGeom prst="rect">
            <a:avLst/>
          </a:prstGeom>
        </p:spPr>
      </p:pic>
      <p:pic>
        <p:nvPicPr>
          <p:cNvPr id="9" name="Grafik 8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4060F8F-7105-CBFC-0535-550BE0DAD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3170066"/>
            <a:ext cx="3829908" cy="957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B737AFC-1234-6778-18DE-EF456F6BC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4" y="4520914"/>
            <a:ext cx="3795716" cy="84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Breitbild</PresentationFormat>
  <Paragraphs>15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Meeting 09.04.2025</vt:lpstr>
      <vt:lpstr>Fortschritt</vt:lpstr>
      <vt:lpstr>Probleme/Fragen</vt:lpstr>
      <vt:lpstr>Nächste Schritte</vt:lpstr>
      <vt:lpstr>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128</cp:revision>
  <dcterms:created xsi:type="dcterms:W3CDTF">2025-02-04T21:38:14Z</dcterms:created>
  <dcterms:modified xsi:type="dcterms:W3CDTF">2025-04-08T16:51:14Z</dcterms:modified>
</cp:coreProperties>
</file>