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4" r:id="rId8"/>
    <p:sldId id="269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706.04599" TargetMode="External"/><Relationship Id="rId2" Type="http://schemas.openxmlformats.org/officeDocument/2006/relationships/hyperlink" Target="https://aclanthology.org/2024.acl-long.824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412.12767" TargetMode="External"/><Relationship Id="rId5" Type="http://schemas.openxmlformats.org/officeDocument/2006/relationships/hyperlink" Target="https://arxiv.org/pdf/1809.07751" TargetMode="External"/><Relationship Id="rId4" Type="http://schemas.openxmlformats.org/officeDocument/2006/relationships/hyperlink" Target="https://arxiv.org/pdf/2410.1041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23.04.2025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Methoden Vergleich</a:t>
            </a:r>
          </a:p>
          <a:p>
            <a:r>
              <a:rPr lang="de-DE" dirty="0"/>
              <a:t>Experiment Gegengruppen</a:t>
            </a:r>
          </a:p>
          <a:p>
            <a:r>
              <a:rPr lang="de-DE" dirty="0"/>
              <a:t>Mögliche nächsten Schritte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34FA-3EB9-18ED-2C13-97173E13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Methoden Vergleich</a:t>
            </a:r>
          </a:p>
        </p:txBody>
      </p:sp>
      <p:pic>
        <p:nvPicPr>
          <p:cNvPr id="5" name="Grafik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B542B445-D68F-EA78-DAFD-0D6B93E09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690688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87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1B74-5398-0EB4-042A-000A9C9B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CFC069-F328-901F-878A-7EFDAAC3A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Methoden Vergleich</a:t>
            </a:r>
          </a:p>
        </p:txBody>
      </p:sp>
      <p:pic>
        <p:nvPicPr>
          <p:cNvPr id="4" name="Grafik 3" descr="Ein Bild, das Reihe, Diagramm, Screenshot, Steigung enthält.&#10;&#10;KI-generierte Inhalte können fehlerhaft sein.">
            <a:extLst>
              <a:ext uri="{FF2B5EF4-FFF2-40B4-BE49-F238E27FC236}">
                <a16:creationId xmlns:a16="http://schemas.microsoft.com/office/drawing/2014/main" id="{65433D08-6B79-9F92-C67F-3E8CB47DA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68162" y="1989825"/>
            <a:ext cx="15071016" cy="251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86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B9EE-056C-B684-547F-1A771479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38FB97-7DBD-09B4-F953-2F0A289BC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Methoden Vergleich</a:t>
            </a:r>
          </a:p>
        </p:txBody>
      </p:sp>
      <p:pic>
        <p:nvPicPr>
          <p:cNvPr id="6" name="Grafik 5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5959DA43-302C-B616-DE95-12773E8C1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8" y="2859217"/>
            <a:ext cx="11190124" cy="147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43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35E12-279A-D6D5-C4D5-D912C13CA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D659D-81D9-C5D6-1DF8-AFCD3E80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Experiment Gegengruppe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FDB89B-08BD-B7FD-1228-A09AB0304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de-DE" dirty="0"/>
              <a:t>Keine Signifikanter Unterschied</a:t>
            </a:r>
          </a:p>
          <a:p>
            <a:r>
              <a:rPr lang="de-DE" dirty="0"/>
              <a:t>IGHB ein Prozentpunkt besserer ECE </a:t>
            </a:r>
            <a:r>
              <a:rPr lang="de-DE" b="1" dirty="0"/>
              <a:t>mit</a:t>
            </a:r>
            <a:r>
              <a:rPr lang="de-DE" dirty="0"/>
              <a:t> Gegengruppe</a:t>
            </a:r>
          </a:p>
          <a:p>
            <a:r>
              <a:rPr lang="de-DE" dirty="0"/>
              <a:t>IGLB ein Prozentpunkt besserer ECE </a:t>
            </a:r>
            <a:r>
              <a:rPr lang="de-DE" b="1" dirty="0"/>
              <a:t>ohne</a:t>
            </a:r>
            <a:r>
              <a:rPr lang="de-DE" dirty="0"/>
              <a:t> Gegengruppe</a:t>
            </a:r>
          </a:p>
          <a:p>
            <a:r>
              <a:rPr lang="de-DE" dirty="0"/>
              <a:t>Ansonsten Differenzen im dreistelligen dezimalen Bereich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7677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083C0-4FED-2225-8020-9D6EF1BB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2232E-56E2-544A-99C1-A314FC9C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605211-ED0F-94CB-5AE5-5341978EE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0" y="1807172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Repair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Confidence durch weiteres LLM generieren lasen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Tempreature</a:t>
            </a:r>
            <a:r>
              <a:rPr lang="de-DE" dirty="0"/>
              <a:t> </a:t>
            </a:r>
            <a:r>
              <a:rPr lang="de-DE" dirty="0" err="1"/>
              <a:t>Scaling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Spline </a:t>
            </a:r>
            <a:r>
              <a:rPr lang="de-DE" dirty="0" err="1"/>
              <a:t>Calibration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Survey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Self </a:t>
            </a:r>
            <a:r>
              <a:rPr lang="de-DE" dirty="0" err="1"/>
              <a:t>Reflection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Gruppen Clustering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Weitere Modelle testen (zu einem späteren Zeitpunkt)</a:t>
            </a:r>
          </a:p>
        </p:txBody>
      </p:sp>
    </p:spTree>
    <p:extLst>
      <p:ext uri="{BB962C8B-B14F-4D97-AF65-F5344CB8AC3E}">
        <p14:creationId xmlns:p14="http://schemas.microsoft.com/office/powerpoint/2010/main" val="2107686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D33DF-7F9E-9C5F-F060-B766C711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3367A-1158-B829-396D-A7C04A5D6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386895-AFFD-735D-B251-AA915D5E7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0" y="1807171"/>
            <a:ext cx="10515600" cy="468570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-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hlinkClick r:id="rId2"/>
              </a:rPr>
              <a:t>https://aclanthology.org/2024.acl-long.824.pdf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hlinkClick r:id="rId3"/>
              </a:rPr>
              <a:t>https://arxiv.org/pdf/1706.04599</a:t>
            </a:r>
            <a:r>
              <a:rPr lang="de-DE" dirty="0"/>
              <a:t>, </a:t>
            </a:r>
            <a:r>
              <a:rPr lang="de-DE" dirty="0">
                <a:hlinkClick r:id="rId4"/>
              </a:rPr>
              <a:t>https://arxiv.org/pdf/2410.10414</a:t>
            </a:r>
            <a:r>
              <a:rPr lang="de-DE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hlinkClick r:id="rId5"/>
              </a:rPr>
              <a:t>https://arxiv.org/pdf/1809.07751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hlinkClick r:id="rId6"/>
              </a:rPr>
              <a:t>https://arxiv.org/pdf/2412.12767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-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-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710837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Breitbild</PresentationFormat>
  <Paragraphs>31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Meeting 23.04.2025</vt:lpstr>
      <vt:lpstr>Fortschritt</vt:lpstr>
      <vt:lpstr>Methoden Vergleich</vt:lpstr>
      <vt:lpstr>Methoden Vergleich</vt:lpstr>
      <vt:lpstr>Methoden Vergleich</vt:lpstr>
      <vt:lpstr>Experiment Gegengruppe</vt:lpstr>
      <vt:lpstr>Nächste Schritte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138</cp:revision>
  <dcterms:created xsi:type="dcterms:W3CDTF">2025-02-04T21:38:14Z</dcterms:created>
  <dcterms:modified xsi:type="dcterms:W3CDTF">2025-04-23T07:01:57Z</dcterms:modified>
</cp:coreProperties>
</file>