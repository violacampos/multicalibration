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6" r:id="rId5"/>
    <p:sldId id="269" r:id="rId6"/>
    <p:sldId id="263" r:id="rId7"/>
    <p:sldId id="258" r:id="rId8"/>
    <p:sldId id="25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04.03.2025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04.03.2025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Mehr Daten + Auswertung</a:t>
            </a:r>
          </a:p>
          <a:p>
            <a:r>
              <a:rPr lang="de-DE" dirty="0"/>
              <a:t>Kontroll-Experiment Gruppen Kalibrierung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E31B-B689-0759-1C87-FE051BA2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F40F2-C07E-F64E-048B-B84B2A6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Histogramm </a:t>
            </a:r>
            <a:r>
              <a:rPr lang="de-DE" dirty="0" err="1"/>
              <a:t>binning</a:t>
            </a:r>
            <a:r>
              <a:rPr lang="de-DE" dirty="0"/>
              <a:t> All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5682D8C-BCB9-5132-449B-6CC1575D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70" cy="3458827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F893D62-B266-6AB3-394D-B3972D3D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957465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9B3F5F59-D6FD-D440-C565-543F8B12A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737" y="1323260"/>
            <a:ext cx="5476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27D8-20AB-DFA8-DD4C-A1A77BD9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E79B5-1ED4-2CBB-81F4-4F84CCE3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Gruppen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4E6522-530B-5FA1-CD69-1C231843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Import</a:t>
            </a:r>
          </a:p>
          <a:p>
            <a:r>
              <a:rPr lang="de-DE" dirty="0"/>
              <a:t>Prompt länger als 500</a:t>
            </a:r>
          </a:p>
          <a:p>
            <a:r>
              <a:rPr lang="de-DE" dirty="0"/>
              <a:t>Enthält Beispiele</a:t>
            </a:r>
          </a:p>
          <a:p>
            <a:r>
              <a:rPr lang="de-DE" dirty="0"/>
              <a:t>Hat Funktion mehr als drei Eingabevariablen</a:t>
            </a:r>
          </a:p>
          <a:p>
            <a:r>
              <a:rPr lang="de-DE" dirty="0"/>
              <a:t>Gibt Funktion etwas zurück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226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D1A4B-B8E8-8CE5-A29D-D45FE3305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Deltas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C26C99-2481-3A69-D1B4-D87CC9774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0.09   (Import)</a:t>
            </a:r>
          </a:p>
          <a:p>
            <a:r>
              <a:rPr lang="de-DE" dirty="0"/>
              <a:t>-0.04 (Prompt &gt; 500)</a:t>
            </a:r>
          </a:p>
          <a:p>
            <a:r>
              <a:rPr lang="de-DE" dirty="0"/>
              <a:t>0.15  (</a:t>
            </a:r>
            <a:r>
              <a:rPr lang="de-DE" dirty="0" err="1"/>
              <a:t>Examples</a:t>
            </a:r>
            <a:r>
              <a:rPr lang="de-DE" dirty="0"/>
              <a:t>)</a:t>
            </a:r>
          </a:p>
          <a:p>
            <a:r>
              <a:rPr lang="de-DE" dirty="0"/>
              <a:t>-0.09 (&gt; 3 Eingabevariablen)</a:t>
            </a:r>
          </a:p>
          <a:p>
            <a:r>
              <a:rPr lang="de-DE" dirty="0"/>
              <a:t>0.23(Return)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29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562"/>
            <a:ext cx="10515600" cy="4351338"/>
          </a:xfrm>
        </p:spPr>
        <p:txBody>
          <a:bodyPr/>
          <a:lstStyle/>
          <a:p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Multicalibration</a:t>
            </a:r>
            <a:r>
              <a:rPr lang="de-DE" dirty="0"/>
              <a:t> umsetzen</a:t>
            </a:r>
          </a:p>
          <a:p>
            <a:r>
              <a:rPr lang="de-DE" dirty="0" err="1"/>
              <a:t>Completions</a:t>
            </a:r>
            <a:r>
              <a:rPr lang="de-DE" dirty="0"/>
              <a:t> für andere Modelle erstellen lassen</a:t>
            </a:r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Breitbild</PresentationFormat>
  <Paragraphs>39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Meeting 04.03.2025</vt:lpstr>
      <vt:lpstr>Fortschritt</vt:lpstr>
      <vt:lpstr>Ergebnisse – Histogramm binning All</vt:lpstr>
      <vt:lpstr>Gruppen</vt:lpstr>
      <vt:lpstr>Deltas</vt:lpstr>
      <vt:lpstr>Scores</vt:lpstr>
      <vt:lpstr>Probleme/Fragen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85</cp:revision>
  <dcterms:created xsi:type="dcterms:W3CDTF">2025-02-04T21:38:14Z</dcterms:created>
  <dcterms:modified xsi:type="dcterms:W3CDTF">2025-03-04T20:06:47Z</dcterms:modified>
</cp:coreProperties>
</file>