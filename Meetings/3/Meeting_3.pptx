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1" r:id="rId6"/>
    <p:sldId id="263" r:id="rId7"/>
    <p:sldId id="258" r:id="rId8"/>
    <p:sldId id="259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11.02.2025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11.02.2025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Logprobs</a:t>
            </a:r>
            <a:r>
              <a:rPr lang="de-DE" dirty="0"/>
              <a:t> Bugfix VLLM Engine v1</a:t>
            </a:r>
          </a:p>
          <a:p>
            <a:r>
              <a:rPr lang="de-DE" dirty="0"/>
              <a:t>Auswertung mehrerer Samples</a:t>
            </a:r>
          </a:p>
          <a:p>
            <a:r>
              <a:rPr lang="de-DE" dirty="0"/>
              <a:t>Diagramme verbessert</a:t>
            </a:r>
          </a:p>
          <a:p>
            <a:r>
              <a:rPr lang="de-DE" dirty="0" err="1"/>
              <a:t>Brier</a:t>
            </a:r>
            <a:r>
              <a:rPr lang="de-DE" dirty="0"/>
              <a:t> Score überprüft</a:t>
            </a:r>
          </a:p>
          <a:p>
            <a:r>
              <a:rPr lang="de-DE" dirty="0" err="1"/>
              <a:t>Skill</a:t>
            </a:r>
            <a:r>
              <a:rPr lang="de-DE" dirty="0"/>
              <a:t> Score berechnet</a:t>
            </a:r>
          </a:p>
          <a:p>
            <a:r>
              <a:rPr lang="de-DE" dirty="0"/>
              <a:t>Anfang Kalibrierung mittels Histogramm </a:t>
            </a:r>
            <a:r>
              <a:rPr lang="de-DE" dirty="0" err="1"/>
              <a:t>Binning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F87BD-BE21-BFE8-3D26-DE276D91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</a:t>
            </a:r>
            <a:r>
              <a:rPr lang="de-DE" dirty="0" err="1"/>
              <a:t>Humaneval</a:t>
            </a:r>
            <a:r>
              <a:rPr lang="de-DE" dirty="0"/>
              <a:t> Python </a:t>
            </a:r>
            <a:r>
              <a:rPr lang="de-DE" dirty="0" err="1"/>
              <a:t>MutliPL</a:t>
            </a:r>
            <a:r>
              <a:rPr lang="de-DE" dirty="0"/>
              <a:t>-E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4518910-88B9-D563-A4F8-481CC9722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19" y="1690688"/>
            <a:ext cx="3705018" cy="277876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873831D-5A4A-3F4F-5F08-71343CD52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3361" y="1690688"/>
            <a:ext cx="3705018" cy="277876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3628016-B3C5-675B-4A4A-5E82CBDCA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3490" y="1690688"/>
            <a:ext cx="3705018" cy="277876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24E59AD-43D1-A3AF-AD18-00490A277C05}"/>
              </a:ext>
            </a:extLst>
          </p:cNvPr>
          <p:cNvSpPr txBox="1"/>
          <p:nvPr/>
        </p:nvSpPr>
        <p:spPr>
          <a:xfrm>
            <a:off x="846153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0.35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703AF95-BDCE-B3AC-B532-0279102FB93C}"/>
              </a:ext>
            </a:extLst>
          </p:cNvPr>
          <p:cNvSpPr txBox="1"/>
          <p:nvPr/>
        </p:nvSpPr>
        <p:spPr>
          <a:xfrm>
            <a:off x="846153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Score: 0.31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EAAA9C7-DF25-940E-0407-055D4BC67142}"/>
              </a:ext>
            </a:extLst>
          </p:cNvPr>
          <p:cNvSpPr txBox="1"/>
          <p:nvPr/>
        </p:nvSpPr>
        <p:spPr>
          <a:xfrm>
            <a:off x="5026025" y="480806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0.31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12B2B6B-B1EE-A2D9-46F3-CF0A536162FC}"/>
              </a:ext>
            </a:extLst>
          </p:cNvPr>
          <p:cNvSpPr txBox="1"/>
          <p:nvPr/>
        </p:nvSpPr>
        <p:spPr>
          <a:xfrm>
            <a:off x="5026025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0.31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E06C3F7-CF9E-9F1E-3766-CB3064CD15D3}"/>
              </a:ext>
            </a:extLst>
          </p:cNvPr>
          <p:cNvSpPr txBox="1"/>
          <p:nvPr/>
        </p:nvSpPr>
        <p:spPr>
          <a:xfrm>
            <a:off x="9213850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0.14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9D8BC25-BA91-0467-7FA7-C75BEE0ACCC3}"/>
              </a:ext>
            </a:extLst>
          </p:cNvPr>
          <p:cNvSpPr txBox="1"/>
          <p:nvPr/>
        </p:nvSpPr>
        <p:spPr>
          <a:xfrm>
            <a:off x="9213850" y="512650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0.25</a:t>
            </a:r>
          </a:p>
        </p:txBody>
      </p:sp>
    </p:spTree>
    <p:extLst>
      <p:ext uri="{BB962C8B-B14F-4D97-AF65-F5344CB8AC3E}">
        <p14:creationId xmlns:p14="http://schemas.microsoft.com/office/powerpoint/2010/main" val="405470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0D3BE-2E51-09CE-FF28-309A7164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A7F1D-5670-1651-7C58-F15E95A6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</a:t>
            </a:r>
            <a:r>
              <a:rPr lang="de-DE" dirty="0" err="1"/>
              <a:t>Humaneval</a:t>
            </a:r>
            <a:r>
              <a:rPr lang="de-DE" dirty="0"/>
              <a:t> Python </a:t>
            </a:r>
            <a:r>
              <a:rPr lang="de-DE" dirty="0" err="1"/>
              <a:t>MutliPL</a:t>
            </a:r>
            <a:r>
              <a:rPr lang="de-DE" dirty="0"/>
              <a:t>-E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CDE51A1-0B5C-6888-F5B4-963910B1B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19" y="1690688"/>
            <a:ext cx="3705018" cy="277876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C5B529F-92A5-B19C-5052-C1AC12487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3361" y="1690688"/>
            <a:ext cx="3705017" cy="277876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EFEA2D6-6F96-48A4-F9C5-A75345FBFE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3490" y="1690688"/>
            <a:ext cx="3705018" cy="277876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42EF18C-817C-D554-100F-3A59303943C0}"/>
              </a:ext>
            </a:extLst>
          </p:cNvPr>
          <p:cNvSpPr txBox="1"/>
          <p:nvPr/>
        </p:nvSpPr>
        <p:spPr>
          <a:xfrm>
            <a:off x="846153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0.35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03B1EBE-504E-951F-6CE3-BD6C34828B2C}"/>
              </a:ext>
            </a:extLst>
          </p:cNvPr>
          <p:cNvSpPr txBox="1"/>
          <p:nvPr/>
        </p:nvSpPr>
        <p:spPr>
          <a:xfrm>
            <a:off x="846153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Score: 0.31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3DD450D-0D22-89E9-3F16-49C435FB1ABB}"/>
              </a:ext>
            </a:extLst>
          </p:cNvPr>
          <p:cNvSpPr txBox="1"/>
          <p:nvPr/>
        </p:nvSpPr>
        <p:spPr>
          <a:xfrm>
            <a:off x="5026025" y="480806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0.34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6A88B95-4539-56F5-CC69-E0F5FF3136CD}"/>
              </a:ext>
            </a:extLst>
          </p:cNvPr>
          <p:cNvSpPr txBox="1"/>
          <p:nvPr/>
        </p:nvSpPr>
        <p:spPr>
          <a:xfrm>
            <a:off x="5026025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0.31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596E077-C914-1632-8605-4F3538D4FC54}"/>
              </a:ext>
            </a:extLst>
          </p:cNvPr>
          <p:cNvSpPr txBox="1"/>
          <p:nvPr/>
        </p:nvSpPr>
        <p:spPr>
          <a:xfrm>
            <a:off x="9213850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0.16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BCB42F0-2130-729E-740E-416D90BDA853}"/>
              </a:ext>
            </a:extLst>
          </p:cNvPr>
          <p:cNvSpPr txBox="1"/>
          <p:nvPr/>
        </p:nvSpPr>
        <p:spPr>
          <a:xfrm>
            <a:off x="9213850" y="512650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0.25</a:t>
            </a:r>
          </a:p>
        </p:txBody>
      </p:sp>
    </p:spTree>
    <p:extLst>
      <p:ext uri="{BB962C8B-B14F-4D97-AF65-F5344CB8AC3E}">
        <p14:creationId xmlns:p14="http://schemas.microsoft.com/office/powerpoint/2010/main" val="1529843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6641-AB11-0258-4809-DA39F220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CDBF1B-B357-8484-D4FA-D8216317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MBPP Python </a:t>
            </a:r>
            <a:r>
              <a:rPr lang="de-DE" dirty="0" err="1"/>
              <a:t>MutliPL</a:t>
            </a:r>
            <a:r>
              <a:rPr lang="de-DE" dirty="0"/>
              <a:t>-E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2C21516-020A-81BD-F055-68A1B2282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19" y="1690688"/>
            <a:ext cx="3705018" cy="277876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8F16489-8633-7B18-4FEA-556691A73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3361" y="1690688"/>
            <a:ext cx="3705018" cy="277876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59ABB14-386A-123E-8D44-418E4AF21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3490" y="1690688"/>
            <a:ext cx="3705018" cy="277876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9EBDE4E-C7A9-54C5-ED52-5C779065AC45}"/>
              </a:ext>
            </a:extLst>
          </p:cNvPr>
          <p:cNvSpPr txBox="1"/>
          <p:nvPr/>
        </p:nvSpPr>
        <p:spPr>
          <a:xfrm>
            <a:off x="846153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0.27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221CACA-0C8B-0AEB-61DC-2B4C2229354B}"/>
              </a:ext>
            </a:extLst>
          </p:cNvPr>
          <p:cNvSpPr txBox="1"/>
          <p:nvPr/>
        </p:nvSpPr>
        <p:spPr>
          <a:xfrm>
            <a:off x="846153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Score: 0.25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C1FE1C1-4FEA-9617-1A7A-91DB897D64B1}"/>
              </a:ext>
            </a:extLst>
          </p:cNvPr>
          <p:cNvSpPr txBox="1"/>
          <p:nvPr/>
        </p:nvSpPr>
        <p:spPr>
          <a:xfrm>
            <a:off x="5026025" y="480806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0.16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F1D29A6-4A0C-93F2-A763-38BB23EBF00F}"/>
              </a:ext>
            </a:extLst>
          </p:cNvPr>
          <p:cNvSpPr txBox="1"/>
          <p:nvPr/>
        </p:nvSpPr>
        <p:spPr>
          <a:xfrm>
            <a:off x="5026025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0.28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9AFD42D-7A0F-4F5F-6DB2-EF65B349724B}"/>
              </a:ext>
            </a:extLst>
          </p:cNvPr>
          <p:cNvSpPr txBox="1"/>
          <p:nvPr/>
        </p:nvSpPr>
        <p:spPr>
          <a:xfrm>
            <a:off x="9213850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0.11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6F25C2C-AA52-EA9F-5D61-0C5A704B3C6D}"/>
              </a:ext>
            </a:extLst>
          </p:cNvPr>
          <p:cNvSpPr txBox="1"/>
          <p:nvPr/>
        </p:nvSpPr>
        <p:spPr>
          <a:xfrm>
            <a:off x="9213850" y="512650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0.22</a:t>
            </a:r>
          </a:p>
        </p:txBody>
      </p:sp>
    </p:spTree>
    <p:extLst>
      <p:ext uri="{BB962C8B-B14F-4D97-AF65-F5344CB8AC3E}">
        <p14:creationId xmlns:p14="http://schemas.microsoft.com/office/powerpoint/2010/main" val="365817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FF4E1-8BBE-EF92-FBD5-B46D2368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90B76-CEDF-D7A8-AB45-2F0F0200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MBPP Python </a:t>
            </a:r>
            <a:r>
              <a:rPr lang="de-DE" dirty="0" err="1"/>
              <a:t>MutliPL</a:t>
            </a:r>
            <a:r>
              <a:rPr lang="de-DE" dirty="0"/>
              <a:t>-E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98A17F5-3E55-F950-CDFF-CA309D4A0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19" y="1690688"/>
            <a:ext cx="3705018" cy="277876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31512A0-1FD8-A0C2-116B-7E6C000B0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3361" y="1690688"/>
            <a:ext cx="3705018" cy="277876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C536BD-76B8-53AE-B3B5-C2F5470F2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3490" y="1690688"/>
            <a:ext cx="3705018" cy="277876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80EC170-8710-5EA6-4EFB-A2451930B365}"/>
              </a:ext>
            </a:extLst>
          </p:cNvPr>
          <p:cNvSpPr txBox="1"/>
          <p:nvPr/>
        </p:nvSpPr>
        <p:spPr>
          <a:xfrm>
            <a:off x="846153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0.27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D38A36B-35A7-A11C-DA32-C1D07AD478AD}"/>
              </a:ext>
            </a:extLst>
          </p:cNvPr>
          <p:cNvSpPr txBox="1"/>
          <p:nvPr/>
        </p:nvSpPr>
        <p:spPr>
          <a:xfrm>
            <a:off x="846153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Score: 0.25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F4A8F43-5E31-3526-2A82-B7A0BE5CE54D}"/>
              </a:ext>
            </a:extLst>
          </p:cNvPr>
          <p:cNvSpPr txBox="1"/>
          <p:nvPr/>
        </p:nvSpPr>
        <p:spPr>
          <a:xfrm>
            <a:off x="5026025" y="480806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0.18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0573531-CC58-540B-65C4-858AF15F238A}"/>
              </a:ext>
            </a:extLst>
          </p:cNvPr>
          <p:cNvSpPr txBox="1"/>
          <p:nvPr/>
        </p:nvSpPr>
        <p:spPr>
          <a:xfrm>
            <a:off x="5026025" y="513658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0.28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513885-AA17-6F3A-B033-617CC3DBB47B}"/>
              </a:ext>
            </a:extLst>
          </p:cNvPr>
          <p:cNvSpPr txBox="1"/>
          <p:nvPr/>
        </p:nvSpPr>
        <p:spPr>
          <a:xfrm>
            <a:off x="9213850" y="4797980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ECE: 0.11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EF7733E-6235-67D4-E7FB-8045BBB476A1}"/>
              </a:ext>
            </a:extLst>
          </p:cNvPr>
          <p:cNvSpPr txBox="1"/>
          <p:nvPr/>
        </p:nvSpPr>
        <p:spPr>
          <a:xfrm>
            <a:off x="9213850" y="5126508"/>
            <a:ext cx="213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Brier</a:t>
            </a:r>
            <a:r>
              <a:rPr lang="de-DE" dirty="0"/>
              <a:t> Score : 0.22</a:t>
            </a:r>
          </a:p>
        </p:txBody>
      </p:sp>
    </p:spTree>
    <p:extLst>
      <p:ext uri="{BB962C8B-B14F-4D97-AF65-F5344CB8AC3E}">
        <p14:creationId xmlns:p14="http://schemas.microsoft.com/office/powerpoint/2010/main" val="66250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Baseline </a:t>
            </a:r>
            <a:r>
              <a:rPr lang="de-DE" dirty="0" err="1"/>
              <a:t>Skill</a:t>
            </a:r>
            <a:r>
              <a:rPr lang="de-DE"/>
              <a:t> Score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53618-6135-7EB1-E10F-DF5A955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A4E45-6001-F8AB-371B-B0565A0E7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Histogramm </a:t>
            </a:r>
            <a:r>
              <a:rPr lang="de-DE" dirty="0" err="1"/>
              <a:t>Binning</a:t>
            </a:r>
            <a:r>
              <a:rPr lang="de-DE" dirty="0"/>
              <a:t> zum laufen bekommen</a:t>
            </a:r>
          </a:p>
          <a:p>
            <a:r>
              <a:rPr lang="de-DE" dirty="0"/>
              <a:t>Ergebnisse auswerten</a:t>
            </a:r>
          </a:p>
          <a:p>
            <a:r>
              <a:rPr lang="de-DE" dirty="0"/>
              <a:t>Algorithmus 2 aus Paper umsetzen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363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Breitbild</PresentationFormat>
  <Paragraphs>42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Meeting 11.02.2025</vt:lpstr>
      <vt:lpstr>Fortschritt</vt:lpstr>
      <vt:lpstr>Ergebnisse – Humaneval Python MutliPL-E</vt:lpstr>
      <vt:lpstr>Ergebnisse – Humaneval Python MutliPL-E</vt:lpstr>
      <vt:lpstr>Ergebnisse – MBPP Python MutliPL-E</vt:lpstr>
      <vt:lpstr>Ergebnisse – MBPP Python MutliPL-E</vt:lpstr>
      <vt:lpstr>Probleme/Fragen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37</cp:revision>
  <dcterms:created xsi:type="dcterms:W3CDTF">2025-02-04T21:38:14Z</dcterms:created>
  <dcterms:modified xsi:type="dcterms:W3CDTF">2025-02-11T21:59:03Z</dcterms:modified>
</cp:coreProperties>
</file>