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6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26.03.2025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Bugfix IGHB</a:t>
            </a:r>
          </a:p>
          <a:p>
            <a:pPr lvl="1"/>
            <a:r>
              <a:rPr lang="de-DE" dirty="0"/>
              <a:t>Uniform-</a:t>
            </a:r>
            <a:r>
              <a:rPr lang="de-DE" dirty="0" err="1"/>
              <a:t>grid</a:t>
            </a:r>
            <a:r>
              <a:rPr lang="de-DE" dirty="0"/>
              <a:t> abhängig von Alpha-Wert</a:t>
            </a:r>
          </a:p>
          <a:p>
            <a:r>
              <a:rPr lang="de-DE" dirty="0"/>
              <a:t>Verschiedene GASCE Werte</a:t>
            </a:r>
          </a:p>
          <a:p>
            <a:pPr lvl="1"/>
            <a:r>
              <a:rPr lang="de-DE" dirty="0"/>
              <a:t>Verschiedene Berechnungen der Deltas</a:t>
            </a:r>
          </a:p>
          <a:p>
            <a:r>
              <a:rPr lang="de-DE"/>
              <a:t>IGHB </a:t>
            </a:r>
            <a:r>
              <a:rPr lang="de-DE" dirty="0"/>
              <a:t>D</a:t>
            </a:r>
            <a:r>
              <a:rPr lang="de-DE"/>
              <a:t>arstellung </a:t>
            </a:r>
            <a:r>
              <a:rPr lang="de-DE" dirty="0"/>
              <a:t>der Schritte</a:t>
            </a:r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34FA-3EB9-18ED-2C13-97173E13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5C862-CA15-4CC2-2965-2177F13A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2"/>
            <a:ext cx="10515600" cy="4351338"/>
          </a:xfrm>
        </p:spPr>
        <p:txBody>
          <a:bodyPr/>
          <a:lstStyle/>
          <a:p>
            <a:r>
              <a:rPr lang="de-DE" dirty="0"/>
              <a:t>Verschieden GASCE Werte für Methoden</a:t>
            </a:r>
          </a:p>
          <a:p>
            <a:r>
              <a:rPr lang="de-DE" dirty="0"/>
              <a:t>Train/Test-Split</a:t>
            </a:r>
          </a:p>
          <a:p>
            <a:r>
              <a:rPr lang="de-DE" dirty="0"/>
              <a:t>IGHB </a:t>
            </a:r>
            <a:r>
              <a:rPr lang="de-DE" dirty="0" err="1"/>
              <a:t>Grid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1687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C53618-6135-7EB1-E10F-DF5A9555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CA4E45-6001-F8AB-371B-B0565A0E7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487"/>
            <a:ext cx="10515600" cy="4351338"/>
          </a:xfrm>
        </p:spPr>
        <p:txBody>
          <a:bodyPr/>
          <a:lstStyle/>
          <a:p>
            <a:r>
              <a:rPr lang="de-DE" dirty="0"/>
              <a:t>Tests</a:t>
            </a:r>
          </a:p>
          <a:p>
            <a:r>
              <a:rPr lang="de-DE" dirty="0"/>
              <a:t>Darstellung für IGLB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363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1DBF-639A-914F-660E-44FFC2C9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A4FC2-43A4-99C7-9CA5-020F838F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Scores</a:t>
            </a:r>
          </a:p>
        </p:txBody>
      </p:sp>
      <p:pic>
        <p:nvPicPr>
          <p:cNvPr id="7" name="Grafik 6" descr="Ein Bild, das Text, Schrift, gelb, Zahl enthält.&#10;&#10;KI-generierte Inhalte können fehlerhaft sein.">
            <a:extLst>
              <a:ext uri="{FF2B5EF4-FFF2-40B4-BE49-F238E27FC236}">
                <a16:creationId xmlns:a16="http://schemas.microsoft.com/office/drawing/2014/main" id="{FF914935-A8C8-B88B-2420-8F5FACC9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2130298"/>
            <a:ext cx="4073936" cy="841502"/>
          </a:xfrm>
          <a:prstGeom prst="rect">
            <a:avLst/>
          </a:prstGeom>
        </p:spPr>
      </p:pic>
      <p:pic>
        <p:nvPicPr>
          <p:cNvPr id="9" name="Grafik 8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04060F8F-7105-CBFC-0535-550BE0DAD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3170066"/>
            <a:ext cx="3829908" cy="957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B737AFC-1234-6778-18DE-EF456F6BC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54" y="4520914"/>
            <a:ext cx="3795716" cy="84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1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Breitbild</PresentationFormat>
  <Paragraphs>15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Meeting 26.03.2025</vt:lpstr>
      <vt:lpstr>Fortschritt</vt:lpstr>
      <vt:lpstr>Probleme/Fragen</vt:lpstr>
      <vt:lpstr>Nächste Schritte</vt:lpstr>
      <vt:lpstr>Scores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115</cp:revision>
  <dcterms:created xsi:type="dcterms:W3CDTF">2025-02-04T21:38:14Z</dcterms:created>
  <dcterms:modified xsi:type="dcterms:W3CDTF">2025-03-25T22:47:00Z</dcterms:modified>
</cp:coreProperties>
</file>