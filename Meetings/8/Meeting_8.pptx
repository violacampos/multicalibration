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4" r:id="rId4"/>
    <p:sldId id="267" r:id="rId5"/>
    <p:sldId id="266" r:id="rId6"/>
    <p:sldId id="258" r:id="rId7"/>
    <p:sldId id="259" r:id="rId8"/>
    <p:sldId id="263" r:id="rId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>
        <p:scale>
          <a:sx n="85" d="100"/>
          <a:sy n="85" d="100"/>
        </p:scale>
        <p:origin x="129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E76EBAB-3A16-712B-A15F-1E746AF7FB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73DEA9C-731E-DBE1-C5E4-B64179D218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3E81D4D-EDFC-30E3-77AC-226159624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C5395-5867-409A-9EBF-57AEA1CD51C6}" type="datetimeFigureOut">
              <a:rPr lang="de-DE" smtClean="0"/>
              <a:t>19.03.2025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8A5E896-566C-15CA-B96F-4F6B45E5D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19EA4C7-0DAE-E291-9762-269C05FA3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ED2BA-57D4-4161-B489-E2836FB784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58490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5ACF27-C255-B56D-DDC9-419FB1B5D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05F8DF7-D26B-A449-DA5F-58AF7FB6B7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9727B82-719D-2666-F1B8-2EFD38476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C5395-5867-409A-9EBF-57AEA1CD51C6}" type="datetimeFigureOut">
              <a:rPr lang="de-DE" smtClean="0"/>
              <a:t>19.03.2025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5BACA74-EC0F-11E2-6708-874AAAADB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ACC9690-E868-6D2F-DA79-17D7D7062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ED2BA-57D4-4161-B489-E2836FB784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63921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D7F3B2-5510-0D11-FFBC-6B05FA197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7A90F53-CA34-CB2A-F736-62D9BEB5E9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A8EB3A7-9B31-9973-C757-5138B8ECD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C5395-5867-409A-9EBF-57AEA1CD51C6}" type="datetimeFigureOut">
              <a:rPr lang="de-DE" smtClean="0"/>
              <a:t>19.03.2025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EB2F319-2896-40F8-4E83-ED163F05D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DD7434D-0B2B-DF2E-D028-9CEC46D3E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ED2BA-57D4-4161-B489-E2836FB784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31243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5B5F27-5486-B4C3-8B01-AECA3362E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D0743C3-1A54-0AC7-EFC2-EA003E9A27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8F697AC-262F-FC82-A5FD-2CC83C2820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3884A44-92FF-430C-E8D3-3D8849B15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C5395-5867-409A-9EBF-57AEA1CD51C6}" type="datetimeFigureOut">
              <a:rPr lang="de-DE" smtClean="0"/>
              <a:t>19.03.2025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E713DF8-D713-8DD5-AA8F-04FBE58FB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D29B9F1-B26F-A0D6-A592-FCEC89BD3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ED2BA-57D4-4161-B489-E2836FB784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150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3FE35FC-D317-CDED-17D5-1A495860D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570585D-B45A-E213-B26F-06B14A7A7B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B58C5E0-6555-E39C-3E8F-FD15755AB6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588F357-13CE-6723-66B8-11E34227A1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8601971F-18DB-1EC2-E3D9-3DF964FFF2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39F039B5-3504-8809-B6D5-D96DDFD9E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C5395-5867-409A-9EBF-57AEA1CD51C6}" type="datetimeFigureOut">
              <a:rPr lang="de-DE" smtClean="0"/>
              <a:t>19.03.2025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9F09212C-E7E5-3634-3A37-6F94E50C1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86A95597-C8AC-BE10-4B7D-2335BA830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ED2BA-57D4-4161-B489-E2836FB784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292035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337A88-D306-AE28-911A-0E50C0A67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1A49C43-DC1D-CB26-E23D-F30694EDD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C5395-5867-409A-9EBF-57AEA1CD51C6}" type="datetimeFigureOut">
              <a:rPr lang="de-DE" smtClean="0"/>
              <a:t>19.03.2025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4C20557-ED07-6D95-7C15-8A6C260FD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9EE7DDD-94A2-2790-5DAF-4CB59DFAE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ED2BA-57D4-4161-B489-E2836FB784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01209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7D4374E5-54D0-1367-991C-1ECDAD141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C5395-5867-409A-9EBF-57AEA1CD51C6}" type="datetimeFigureOut">
              <a:rPr lang="de-DE" smtClean="0"/>
              <a:t>19.03.2025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3503CEA-FB8E-57CD-F9D2-C3170506A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96D1D0C-19C2-4DF3-5A5D-6A55AAAD3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ED2BA-57D4-4161-B489-E2836FB784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503603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F51785E-0B66-FA5B-8B36-EDDBFD06E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2915086-91E8-BD28-7D53-09BF460659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A84D735-646B-A7C0-53F7-0DB0D6B8AF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8F5FB0F-8BEE-457A-99E4-AA397C49E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C5395-5867-409A-9EBF-57AEA1CD51C6}" type="datetimeFigureOut">
              <a:rPr lang="de-DE" smtClean="0"/>
              <a:t>19.03.2025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F08954C-E2FB-16B8-A6EE-72B30B98C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390BCBC-F5C0-7A72-C00F-EB4EFE8C4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ED2BA-57D4-4161-B489-E2836FB784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84288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290218-EAEC-CF02-943F-629EF5AA6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E2BC35E6-3E6E-58F4-FB3E-F1833353F6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91DBB99-5F37-1B63-3027-8F7106A0AB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E1F0C76-F9D3-A34A-D91F-3C323816C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C5395-5867-409A-9EBF-57AEA1CD51C6}" type="datetimeFigureOut">
              <a:rPr lang="de-DE" smtClean="0"/>
              <a:t>19.03.2025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C043772-95C1-494D-29FF-93DACAE89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ECDB21B-10AF-A449-6479-425359E7D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ED2BA-57D4-4161-B489-E2836FB784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02904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4542747-1839-87A2-2D85-CAE6DEC1C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69BE45E-A91C-B112-8D70-80923AFEE2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6F245C4-B4E8-2CC6-243F-43827E479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C5395-5867-409A-9EBF-57AEA1CD51C6}" type="datetimeFigureOut">
              <a:rPr lang="de-DE" smtClean="0"/>
              <a:t>19.03.2025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0579A67-60EA-C3D8-1995-7FC591CC5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2AC84DF-A79B-7974-89AB-93AB8E281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ED2BA-57D4-4161-B489-E2836FB784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319442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A6A9A15D-1F52-3F1B-6DBD-3B66A9D965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66AE342-4D56-D802-D3F4-D3E756FD90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FB65326-2E47-6863-BB58-50A20D652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C5395-5867-409A-9EBF-57AEA1CD51C6}" type="datetimeFigureOut">
              <a:rPr lang="de-DE" smtClean="0"/>
              <a:t>19.03.2025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A99D3C9-5390-53BF-CF0C-4F0CDA755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990D5C2-5F39-5BD9-D0B2-552B7488A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ED2BA-57D4-4161-B489-E2836FB784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377400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87190FFF-6C70-5A0C-8497-1D7696065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F3EDD04-4322-13BD-C249-176F3791BA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6C40542-238A-F861-F910-A7537F5C81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DC5395-5867-409A-9EBF-57AEA1CD51C6}" type="datetimeFigureOut">
              <a:rPr lang="de-DE" smtClean="0"/>
              <a:t>19.03.2025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F3FC237-C955-51B1-4921-179FFBA63F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FA6FD00-EE39-FF86-1B6F-4A4DBF2426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AED2BA-57D4-4161-B489-E2836FB784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8558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BC9122-675A-F643-11CD-AF2CCA0E4DC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Meeting 19.03.2025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5843062-9BF9-CA17-BBFA-DA13C828108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810877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5DD5285-4B3F-FC97-B243-14D433972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Fortschritt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F635108-87AC-4C5D-0042-80AF2B4EDE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Bugfix IGHB</a:t>
            </a:r>
          </a:p>
          <a:p>
            <a:r>
              <a:rPr lang="de-DE" dirty="0"/>
              <a:t>Iterative Group Linear </a:t>
            </a:r>
            <a:r>
              <a:rPr lang="de-DE" dirty="0" err="1"/>
              <a:t>Binning</a:t>
            </a:r>
            <a:r>
              <a:rPr lang="de-DE" dirty="0"/>
              <a:t> (IGLB) </a:t>
            </a:r>
          </a:p>
          <a:p>
            <a:r>
              <a:rPr lang="de-DE" dirty="0"/>
              <a:t>Vergleich der Methoden</a:t>
            </a:r>
          </a:p>
          <a:p>
            <a:r>
              <a:rPr lang="de-DE" dirty="0" err="1"/>
              <a:t>Refactoring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754099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5E31B-B689-0759-1C87-FE051BA29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9F40F2-C07E-F64E-048B-B84B2A69D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Ergebnisse – IGHB </a:t>
            </a:r>
            <a:r>
              <a:rPr lang="de-DE" dirty="0" err="1"/>
              <a:t>fixed</a:t>
            </a:r>
            <a:endParaRPr lang="de-DE" dirty="0"/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75682D8C-BCB9-5132-449B-6CC1575D3D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8200" y="1528851"/>
            <a:ext cx="4611769" cy="3458826"/>
          </a:xfrm>
          <a:prstGeom prst="rect">
            <a:avLst/>
          </a:prstGeom>
        </p:spPr>
      </p:pic>
      <p:graphicFrame>
        <p:nvGraphicFramePr>
          <p:cNvPr id="3" name="Tabelle 2">
            <a:extLst>
              <a:ext uri="{FF2B5EF4-FFF2-40B4-BE49-F238E27FC236}">
                <a16:creationId xmlns:a16="http://schemas.microsoft.com/office/drawing/2014/main" id="{1F893D62-B266-6AB3-394D-B3972D3D08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6303962"/>
              </p:ext>
            </p:extLst>
          </p:nvPr>
        </p:nvGraphicFramePr>
        <p:xfrm>
          <a:off x="838200" y="4990403"/>
          <a:ext cx="4710028" cy="15051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7507">
                  <a:extLst>
                    <a:ext uri="{9D8B030D-6E8A-4147-A177-3AD203B41FA5}">
                      <a16:colId xmlns:a16="http://schemas.microsoft.com/office/drawing/2014/main" val="3559414238"/>
                    </a:ext>
                  </a:extLst>
                </a:gridCol>
                <a:gridCol w="1177507">
                  <a:extLst>
                    <a:ext uri="{9D8B030D-6E8A-4147-A177-3AD203B41FA5}">
                      <a16:colId xmlns:a16="http://schemas.microsoft.com/office/drawing/2014/main" val="1094126558"/>
                    </a:ext>
                  </a:extLst>
                </a:gridCol>
                <a:gridCol w="1177507">
                  <a:extLst>
                    <a:ext uri="{9D8B030D-6E8A-4147-A177-3AD203B41FA5}">
                      <a16:colId xmlns:a16="http://schemas.microsoft.com/office/drawing/2014/main" val="2151763598"/>
                    </a:ext>
                  </a:extLst>
                </a:gridCol>
                <a:gridCol w="1177507">
                  <a:extLst>
                    <a:ext uri="{9D8B030D-6E8A-4147-A177-3AD203B41FA5}">
                      <a16:colId xmlns:a16="http://schemas.microsoft.com/office/drawing/2014/main" val="2016394752"/>
                    </a:ext>
                  </a:extLst>
                </a:gridCol>
              </a:tblGrid>
              <a:tr h="376299">
                <a:tc>
                  <a:txBody>
                    <a:bodyPr/>
                    <a:lstStyle/>
                    <a:p>
                      <a:r>
                        <a:rPr lang="de-DE" dirty="0"/>
                        <a:t>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err="1"/>
                        <a:t>Uncalib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err="1"/>
                        <a:t>Calib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Diff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7850766"/>
                  </a:ext>
                </a:extLst>
              </a:tr>
              <a:tr h="376299">
                <a:tc>
                  <a:txBody>
                    <a:bodyPr/>
                    <a:lstStyle/>
                    <a:p>
                      <a:r>
                        <a:rPr lang="de-DE" dirty="0"/>
                        <a:t>ECE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0.37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0.12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-0.25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8631226"/>
                  </a:ext>
                </a:extLst>
              </a:tr>
              <a:tr h="376299">
                <a:tc>
                  <a:txBody>
                    <a:bodyPr/>
                    <a:lstStyle/>
                    <a:p>
                      <a:r>
                        <a:rPr lang="de-DE" dirty="0"/>
                        <a:t>ASCE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0.14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0.03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-0.11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0804494"/>
                  </a:ext>
                </a:extLst>
              </a:tr>
              <a:tr h="376299">
                <a:tc>
                  <a:txBody>
                    <a:bodyPr/>
                    <a:lstStyle/>
                    <a:p>
                      <a:r>
                        <a:rPr lang="de-DE" dirty="0"/>
                        <a:t>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0.35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0.24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-0.11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3916217"/>
                  </a:ext>
                </a:extLst>
              </a:tr>
            </a:tbl>
          </a:graphicData>
        </a:graphic>
      </p:graphicFrame>
      <p:pic>
        <p:nvPicPr>
          <p:cNvPr id="5" name="Grafik 4">
            <a:extLst>
              <a:ext uri="{FF2B5EF4-FFF2-40B4-BE49-F238E27FC236}">
                <a16:creationId xmlns:a16="http://schemas.microsoft.com/office/drawing/2014/main" id="{9B3F5F59-D6FD-D440-C565-543F8B12A7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81737" y="1323260"/>
            <a:ext cx="5476875" cy="547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604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3E181E-801D-3077-B977-B21D3CAF2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994391-0D40-9C75-7867-9FBE20E9D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Ergebnisse – IGLB</a:t>
            </a: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68C4DD36-5D60-F99F-EEB1-46433157D9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8200" y="1528851"/>
            <a:ext cx="4611768" cy="3458826"/>
          </a:xfrm>
          <a:prstGeom prst="rect">
            <a:avLst/>
          </a:prstGeom>
        </p:spPr>
      </p:pic>
      <p:graphicFrame>
        <p:nvGraphicFramePr>
          <p:cNvPr id="3" name="Tabelle 2">
            <a:extLst>
              <a:ext uri="{FF2B5EF4-FFF2-40B4-BE49-F238E27FC236}">
                <a16:creationId xmlns:a16="http://schemas.microsoft.com/office/drawing/2014/main" id="{600CAA8C-AAC4-F29B-A07B-06192CDB2A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402325"/>
              </p:ext>
            </p:extLst>
          </p:nvPr>
        </p:nvGraphicFramePr>
        <p:xfrm>
          <a:off x="838200" y="4990403"/>
          <a:ext cx="4710028" cy="15051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7507">
                  <a:extLst>
                    <a:ext uri="{9D8B030D-6E8A-4147-A177-3AD203B41FA5}">
                      <a16:colId xmlns:a16="http://schemas.microsoft.com/office/drawing/2014/main" val="3559414238"/>
                    </a:ext>
                  </a:extLst>
                </a:gridCol>
                <a:gridCol w="1177507">
                  <a:extLst>
                    <a:ext uri="{9D8B030D-6E8A-4147-A177-3AD203B41FA5}">
                      <a16:colId xmlns:a16="http://schemas.microsoft.com/office/drawing/2014/main" val="1094126558"/>
                    </a:ext>
                  </a:extLst>
                </a:gridCol>
                <a:gridCol w="1177507">
                  <a:extLst>
                    <a:ext uri="{9D8B030D-6E8A-4147-A177-3AD203B41FA5}">
                      <a16:colId xmlns:a16="http://schemas.microsoft.com/office/drawing/2014/main" val="2151763598"/>
                    </a:ext>
                  </a:extLst>
                </a:gridCol>
                <a:gridCol w="1177507">
                  <a:extLst>
                    <a:ext uri="{9D8B030D-6E8A-4147-A177-3AD203B41FA5}">
                      <a16:colId xmlns:a16="http://schemas.microsoft.com/office/drawing/2014/main" val="2016394752"/>
                    </a:ext>
                  </a:extLst>
                </a:gridCol>
              </a:tblGrid>
              <a:tr h="376299">
                <a:tc>
                  <a:txBody>
                    <a:bodyPr/>
                    <a:lstStyle/>
                    <a:p>
                      <a:r>
                        <a:rPr lang="de-DE" dirty="0"/>
                        <a:t>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err="1"/>
                        <a:t>Uncalib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err="1"/>
                        <a:t>Calib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Diff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7850766"/>
                  </a:ext>
                </a:extLst>
              </a:tr>
              <a:tr h="376299">
                <a:tc>
                  <a:txBody>
                    <a:bodyPr/>
                    <a:lstStyle/>
                    <a:p>
                      <a:r>
                        <a:rPr lang="de-DE" dirty="0"/>
                        <a:t>ECE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0.36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0.09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-0.27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8631226"/>
                  </a:ext>
                </a:extLst>
              </a:tr>
              <a:tr h="376299">
                <a:tc>
                  <a:txBody>
                    <a:bodyPr/>
                    <a:lstStyle/>
                    <a:p>
                      <a:r>
                        <a:rPr lang="de-DE" dirty="0"/>
                        <a:t>ASCE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0.14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0.02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-0.12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0804494"/>
                  </a:ext>
                </a:extLst>
              </a:tr>
              <a:tr h="376299">
                <a:tc>
                  <a:txBody>
                    <a:bodyPr/>
                    <a:lstStyle/>
                    <a:p>
                      <a:r>
                        <a:rPr lang="de-DE" dirty="0"/>
                        <a:t>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0.35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0.23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-0.12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3916217"/>
                  </a:ext>
                </a:extLst>
              </a:tr>
            </a:tbl>
          </a:graphicData>
        </a:graphic>
      </p:graphicFrame>
      <p:pic>
        <p:nvPicPr>
          <p:cNvPr id="5" name="Grafik 4">
            <a:extLst>
              <a:ext uri="{FF2B5EF4-FFF2-40B4-BE49-F238E27FC236}">
                <a16:creationId xmlns:a16="http://schemas.microsoft.com/office/drawing/2014/main" id="{04379171-A395-4C7D-8090-43155DF2A7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81737" y="1323260"/>
            <a:ext cx="5476875" cy="547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5444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3027D8-20AB-DFA8-DD4C-A1A77BD982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38E79B5-1ED4-2CBB-81F4-4F84CCE30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Vergleich Methoden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C5707E1E-2CF5-E63A-B3BE-0F7C7554BB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5998" y="1690688"/>
            <a:ext cx="5732997" cy="4299748"/>
          </a:xfrm>
          <a:prstGeom prst="rect">
            <a:avLst/>
          </a:prstGeom>
        </p:spPr>
      </p:pic>
      <p:graphicFrame>
        <p:nvGraphicFramePr>
          <p:cNvPr id="7" name="Tabelle 6">
            <a:extLst>
              <a:ext uri="{FF2B5EF4-FFF2-40B4-BE49-F238E27FC236}">
                <a16:creationId xmlns:a16="http://schemas.microsoft.com/office/drawing/2014/main" id="{120D4381-7D49-F638-537B-B88B62C1FF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1290122"/>
              </p:ext>
            </p:extLst>
          </p:nvPr>
        </p:nvGraphicFramePr>
        <p:xfrm>
          <a:off x="6321383" y="2899814"/>
          <a:ext cx="4710028" cy="18814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7507">
                  <a:extLst>
                    <a:ext uri="{9D8B030D-6E8A-4147-A177-3AD203B41FA5}">
                      <a16:colId xmlns:a16="http://schemas.microsoft.com/office/drawing/2014/main" val="3559414238"/>
                    </a:ext>
                  </a:extLst>
                </a:gridCol>
                <a:gridCol w="1177507">
                  <a:extLst>
                    <a:ext uri="{9D8B030D-6E8A-4147-A177-3AD203B41FA5}">
                      <a16:colId xmlns:a16="http://schemas.microsoft.com/office/drawing/2014/main" val="1094126558"/>
                    </a:ext>
                  </a:extLst>
                </a:gridCol>
                <a:gridCol w="1177507">
                  <a:extLst>
                    <a:ext uri="{9D8B030D-6E8A-4147-A177-3AD203B41FA5}">
                      <a16:colId xmlns:a16="http://schemas.microsoft.com/office/drawing/2014/main" val="2151763598"/>
                    </a:ext>
                  </a:extLst>
                </a:gridCol>
                <a:gridCol w="1177507">
                  <a:extLst>
                    <a:ext uri="{9D8B030D-6E8A-4147-A177-3AD203B41FA5}">
                      <a16:colId xmlns:a16="http://schemas.microsoft.com/office/drawing/2014/main" val="2016394752"/>
                    </a:ext>
                  </a:extLst>
                </a:gridCol>
              </a:tblGrid>
              <a:tr h="376299">
                <a:tc>
                  <a:txBody>
                    <a:bodyPr/>
                    <a:lstStyle/>
                    <a:p>
                      <a:r>
                        <a:rPr lang="de-DE" dirty="0"/>
                        <a:t>Methode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err="1"/>
                        <a:t>Uncalib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err="1"/>
                        <a:t>Calib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Diff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7850766"/>
                  </a:ext>
                </a:extLst>
              </a:tr>
              <a:tr h="376299">
                <a:tc>
                  <a:txBody>
                    <a:bodyPr/>
                    <a:lstStyle/>
                    <a:p>
                      <a:r>
                        <a:rPr lang="de-DE" dirty="0"/>
                        <a:t>HB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0.082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0.082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-0.0001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8631226"/>
                  </a:ext>
                </a:extLst>
              </a:tr>
              <a:tr h="376299">
                <a:tc>
                  <a:txBody>
                    <a:bodyPr/>
                    <a:lstStyle/>
                    <a:p>
                      <a:r>
                        <a:rPr lang="de-DE" dirty="0"/>
                        <a:t>LR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0.082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0.005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-0.077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0804494"/>
                  </a:ext>
                </a:extLst>
              </a:tr>
              <a:tr h="376299">
                <a:tc>
                  <a:txBody>
                    <a:bodyPr/>
                    <a:lstStyle/>
                    <a:p>
                      <a:r>
                        <a:rPr lang="de-DE" dirty="0"/>
                        <a:t>IGHB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0.108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0.017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-0.090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3916217"/>
                  </a:ext>
                </a:extLst>
              </a:tr>
              <a:tr h="376299">
                <a:tc>
                  <a:txBody>
                    <a:bodyPr/>
                    <a:lstStyle/>
                    <a:p>
                      <a:r>
                        <a:rPr lang="de-DE" dirty="0"/>
                        <a:t>IGLB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0.133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0.003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-0.130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18912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2262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C1D34FA-3EB9-18ED-2C13-97173E135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Probleme/Fragen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565C862-CA15-4CC2-2965-2177F13A16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3810" y="1807172"/>
            <a:ext cx="10515600" cy="4351338"/>
          </a:xfrm>
        </p:spPr>
        <p:txBody>
          <a:bodyPr/>
          <a:lstStyle/>
          <a:p>
            <a:r>
              <a:rPr lang="de-DE" dirty="0"/>
              <a:t>Vergleichbarkeit IGLB mit anderen Methoden</a:t>
            </a:r>
            <a:br>
              <a:rPr lang="de-DE" dirty="0"/>
            </a:br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616871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3C53618-6135-7EB1-E10F-DF5A95550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Nächste Schritte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9CA4E45-6001-F8AB-371B-B0565A0E7C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68487"/>
            <a:ext cx="10515600" cy="4351338"/>
          </a:xfrm>
        </p:spPr>
        <p:txBody>
          <a:bodyPr/>
          <a:lstStyle/>
          <a:p>
            <a:r>
              <a:rPr lang="de-DE" dirty="0"/>
              <a:t>Gruppen</a:t>
            </a:r>
          </a:p>
          <a:p>
            <a:pPr lvl="1"/>
            <a:r>
              <a:rPr lang="de-DE" dirty="0"/>
              <a:t>Experiment mit Gegengruppen</a:t>
            </a:r>
          </a:p>
          <a:p>
            <a:pPr lvl="1"/>
            <a:r>
              <a:rPr lang="de-DE" dirty="0"/>
              <a:t>Erweitern</a:t>
            </a:r>
          </a:p>
          <a:p>
            <a:pPr lvl="1"/>
            <a:r>
              <a:rPr lang="de-DE" dirty="0"/>
              <a:t>Clustering mit </a:t>
            </a:r>
            <a:r>
              <a:rPr lang="de-DE" dirty="0" err="1"/>
              <a:t>Embedder</a:t>
            </a:r>
            <a:r>
              <a:rPr lang="de-DE" dirty="0"/>
              <a:t>?</a:t>
            </a:r>
          </a:p>
          <a:p>
            <a:pPr lvl="1"/>
            <a:r>
              <a:rPr lang="de-DE" dirty="0"/>
              <a:t>Darstellung der Änderungen in </a:t>
            </a:r>
            <a:r>
              <a:rPr lang="de-DE"/>
              <a:t>den Gruppen</a:t>
            </a:r>
            <a:endParaRPr lang="de-DE" dirty="0"/>
          </a:p>
          <a:p>
            <a:r>
              <a:rPr lang="de-DE" dirty="0"/>
              <a:t>Cross-Validation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836345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A1DBF-639A-914F-660E-44FFC2C9B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F5A4FC2-43A4-99C7-9CA5-020F838F3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Scores</a:t>
            </a:r>
          </a:p>
        </p:txBody>
      </p:sp>
      <p:pic>
        <p:nvPicPr>
          <p:cNvPr id="7" name="Grafik 6" descr="Ein Bild, das Text, Schrift, gelb, Zahl enthält.&#10;&#10;KI-generierte Inhalte können fehlerhaft sein.">
            <a:extLst>
              <a:ext uri="{FF2B5EF4-FFF2-40B4-BE49-F238E27FC236}">
                <a16:creationId xmlns:a16="http://schemas.microsoft.com/office/drawing/2014/main" id="{FF914935-A8C8-B88B-2420-8F5FACC9F2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856" y="2130298"/>
            <a:ext cx="4073936" cy="841502"/>
          </a:xfrm>
          <a:prstGeom prst="rect">
            <a:avLst/>
          </a:prstGeom>
        </p:spPr>
      </p:pic>
      <p:pic>
        <p:nvPicPr>
          <p:cNvPr id="9" name="Grafik 8" descr="Ein Bild, das Text, Schrift, Screenshot, Reihe enthält.&#10;&#10;KI-generierte Inhalte können fehlerhaft sein.">
            <a:extLst>
              <a:ext uri="{FF2B5EF4-FFF2-40B4-BE49-F238E27FC236}">
                <a16:creationId xmlns:a16="http://schemas.microsoft.com/office/drawing/2014/main" id="{04060F8F-7105-CBFC-0535-550BE0DAD9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856" y="3170066"/>
            <a:ext cx="3829908" cy="957477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5B737AFC-1234-6778-18DE-EF456F6BC9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754" y="4520914"/>
            <a:ext cx="3795716" cy="841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9131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115</Words>
  <Application>Microsoft Office PowerPoint</Application>
  <PresentationFormat>Breitbild</PresentationFormat>
  <Paragraphs>72</Paragraphs>
  <Slides>8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</vt:lpstr>
      <vt:lpstr>Meeting 19.03.2025</vt:lpstr>
      <vt:lpstr>Fortschritt</vt:lpstr>
      <vt:lpstr>Ergebnisse – IGHB fixed</vt:lpstr>
      <vt:lpstr>Ergebnisse – IGLB</vt:lpstr>
      <vt:lpstr>Vergleich Methoden</vt:lpstr>
      <vt:lpstr>Probleme/Fragen</vt:lpstr>
      <vt:lpstr>Nächste Schritte</vt:lpstr>
      <vt:lpstr>Scores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wrv0t4_p41@hsrheinmain.onmicrosoft.com</dc:creator>
  <cp:lastModifiedBy>wrv0t4_p41@hsrheinmain.onmicrosoft.com</cp:lastModifiedBy>
  <cp:revision>106</cp:revision>
  <dcterms:created xsi:type="dcterms:W3CDTF">2025-02-04T21:38:14Z</dcterms:created>
  <dcterms:modified xsi:type="dcterms:W3CDTF">2025-03-19T07:21:42Z</dcterms:modified>
</cp:coreProperties>
</file>