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81" r:id="rId5"/>
    <p:sldId id="280" r:id="rId6"/>
    <p:sldId id="264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62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76EBAB-3A16-712B-A15F-1E746AF7FB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73DEA9C-731E-DBE1-C5E4-B64179D218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E81D4D-EDFC-30E3-77AC-226159624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A5E896-566C-15CA-B96F-4F6B45E5D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9EA4C7-0DAE-E291-9762-269C05FA3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8490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ACF27-C255-B56D-DDC9-419FB1B5D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5F8DF7-D26B-A449-DA5F-58AF7FB6B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727B82-719D-2666-F1B8-2EFD38476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BACA74-EC0F-11E2-6708-874AAAADB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CC9690-E868-6D2F-DA79-17D7D7062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3921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D7F3B2-5510-0D11-FFBC-6B05FA197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A90F53-CA34-CB2A-F736-62D9BEB5E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8EB3A7-9B31-9973-C757-5138B8ECD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B2F319-2896-40F8-4E83-ED163F05D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D7434D-0B2B-DF2E-D028-9CEC46D3E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1243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5B5F27-5486-B4C3-8B01-AECA3362E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0743C3-1A54-0AC7-EFC2-EA003E9A27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8F697AC-262F-FC82-A5FD-2CC83C2820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884A44-92FF-430C-E8D3-3D8849B15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E713DF8-D713-8DD5-AA8F-04FBE58FB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D29B9F1-B26F-A0D6-A592-FCEC89BD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5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FE35FC-D317-CDED-17D5-1A495860D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70585D-B45A-E213-B26F-06B14A7A7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B58C5E0-6555-E39C-3E8F-FD15755AB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588F357-13CE-6723-66B8-11E34227A1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601971F-18DB-1EC2-E3D9-3DF964FFF2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9F039B5-3504-8809-B6D5-D96DDFD9E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F09212C-E7E5-3634-3A37-6F94E50C1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6A95597-C8AC-BE10-4B7D-2335BA83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9203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337A88-D306-AE28-911A-0E50C0A67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1A49C43-DC1D-CB26-E23D-F30694EDD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4C20557-ED07-6D95-7C15-8A6C260FD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9EE7DDD-94A2-2790-5DAF-4CB59DFA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1209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D4374E5-54D0-1367-991C-1ECDAD141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3503CEA-FB8E-57CD-F9D2-C3170506A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6D1D0C-19C2-4DF3-5A5D-6A55AAAD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0360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51785E-0B66-FA5B-8B36-EDDBFD06E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915086-91E8-BD28-7D53-09BF46065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A84D735-646B-A7C0-53F7-0DB0D6B8A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8F5FB0F-8BEE-457A-99E4-AA397C49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F08954C-E2FB-16B8-A6EE-72B30B98C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90BCBC-F5C0-7A72-C00F-EB4EFE8C4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4288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290218-EAEC-CF02-943F-629EF5AA6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2BC35E6-3E6E-58F4-FB3E-F1833353F6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91DBB99-5F37-1B63-3027-8F7106A0A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E1F0C76-F9D3-A34A-D91F-3C323816C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C043772-95C1-494D-29FF-93DACAE89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ECDB21B-10AF-A449-6479-425359E7D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2904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542747-1839-87A2-2D85-CAE6DEC1C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9BE45E-A91C-B112-8D70-80923AFEE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F245C4-B4E8-2CC6-243F-43827E479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579A67-60EA-C3D8-1995-7FC591CC5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AC84DF-A79B-7974-89AB-93AB8E281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1944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6A9A15D-1F52-3F1B-6DBD-3B66A9D965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66AE342-4D56-D802-D3F4-D3E756FD9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B65326-2E47-6863-BB58-50A20D652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99D3C9-5390-53BF-CF0C-4F0CDA755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90D5C2-5F39-5BD9-D0B2-552B7488A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7740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7190FFF-6C70-5A0C-8497-1D7696065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3EDD04-4322-13BD-C249-176F3791B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C40542-238A-F861-F910-A7537F5C81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DC5395-5867-409A-9EBF-57AEA1CD51C6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3FC237-C955-51B1-4921-179FFBA63F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A6FD00-EE39-FF86-1B6F-4A4DBF242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558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BC9122-675A-F643-11CD-AF2CCA0E4D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Meeting 04.06.2025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5843062-9BF9-CA17-BBFA-DA13C82810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81087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DD5285-4B3F-FC97-B243-14D433972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Fortschritt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635108-87AC-4C5D-0042-80AF2B4ED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Schreiben</a:t>
            </a:r>
          </a:p>
          <a:p>
            <a:r>
              <a:rPr lang="de-DE" dirty="0"/>
              <a:t>Regressor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75409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1B74-5398-0EB4-042A-000A9C9BC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CFC069-F328-901F-878A-7EFDAAC3A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Regressor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D4AEDB-BE0C-E571-8170-0BE650FFA35F}"/>
              </a:ext>
            </a:extLst>
          </p:cNvPr>
          <p:cNvSpPr txBox="1">
            <a:spLocks/>
          </p:cNvSpPr>
          <p:nvPr/>
        </p:nvSpPr>
        <p:spPr>
          <a:xfrm>
            <a:off x="843810" y="180717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SVC</a:t>
            </a:r>
          </a:p>
          <a:p>
            <a:r>
              <a:rPr lang="de-DE" dirty="0" err="1"/>
              <a:t>XGBoost</a:t>
            </a:r>
            <a:endParaRPr lang="de-DE" dirty="0"/>
          </a:p>
          <a:p>
            <a:r>
              <a:rPr lang="de-DE" dirty="0"/>
              <a:t>Features</a:t>
            </a:r>
          </a:p>
          <a:p>
            <a:pPr lvl="1"/>
            <a:r>
              <a:rPr lang="de-DE" dirty="0"/>
              <a:t>Gruppen</a:t>
            </a:r>
          </a:p>
          <a:p>
            <a:pPr lvl="1"/>
            <a:r>
              <a:rPr lang="de-DE" dirty="0"/>
              <a:t>Wahrscheinlichkeiten</a:t>
            </a:r>
          </a:p>
          <a:p>
            <a:pPr lvl="1"/>
            <a:r>
              <a:rPr lang="de-DE" dirty="0"/>
              <a:t>Histogramm der </a:t>
            </a:r>
            <a:r>
              <a:rPr lang="de-DE" dirty="0" err="1"/>
              <a:t>token-scores</a:t>
            </a:r>
            <a:endParaRPr lang="de-DE" dirty="0"/>
          </a:p>
          <a:p>
            <a:r>
              <a:rPr lang="de-DE" dirty="0"/>
              <a:t>Beides performt schlechter als LR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8186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8ED6F-AFAF-DCBC-381C-83CB15478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4A5A25-60BF-1B56-D472-6864065BF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Regressor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19725C9-A5AE-EA11-EEF4-5C2CABF1D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1960562"/>
            <a:ext cx="11982450" cy="866775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598EF374-D66A-4D90-4D4C-E5346392E314}"/>
              </a:ext>
            </a:extLst>
          </p:cNvPr>
          <p:cNvSpPr txBox="1"/>
          <p:nvPr/>
        </p:nvSpPr>
        <p:spPr>
          <a:xfrm>
            <a:off x="104774" y="1591230"/>
            <a:ext cx="2155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LR (nur Gruppen)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7113C9E-AB49-BFB2-975E-2F2983521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4" y="4573589"/>
            <a:ext cx="12020550" cy="847725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570E93B2-D20A-2D38-D7F2-D51C49145C78}"/>
              </a:ext>
            </a:extLst>
          </p:cNvPr>
          <p:cNvSpPr txBox="1"/>
          <p:nvPr/>
        </p:nvSpPr>
        <p:spPr>
          <a:xfrm>
            <a:off x="104774" y="4217987"/>
            <a:ext cx="1311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XGBoost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0CC5638A-1DAF-8CCC-548A-C4F6AEDBAF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4" y="5961062"/>
            <a:ext cx="11963400" cy="828675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AE1E6433-5B5C-FB42-0AFE-A5964BB320E2}"/>
              </a:ext>
            </a:extLst>
          </p:cNvPr>
          <p:cNvSpPr txBox="1"/>
          <p:nvPr/>
        </p:nvSpPr>
        <p:spPr>
          <a:xfrm>
            <a:off x="104773" y="5591730"/>
            <a:ext cx="1311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SVR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222B34D3-4FD8-7D65-6449-F24629901A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" y="3217862"/>
            <a:ext cx="11982450" cy="866775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848226F0-0BB7-F3ED-AC56-598E8E8224B7}"/>
              </a:ext>
            </a:extLst>
          </p:cNvPr>
          <p:cNvSpPr txBox="1"/>
          <p:nvPr/>
        </p:nvSpPr>
        <p:spPr>
          <a:xfrm>
            <a:off x="104773" y="2872342"/>
            <a:ext cx="2155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LR</a:t>
            </a:r>
          </a:p>
        </p:txBody>
      </p:sp>
    </p:spTree>
    <p:extLst>
      <p:ext uri="{BB962C8B-B14F-4D97-AF65-F5344CB8AC3E}">
        <p14:creationId xmlns:p14="http://schemas.microsoft.com/office/powerpoint/2010/main" val="355403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253E2-8CB5-13E9-1633-948214C68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613C34-DCAE-C7D9-4F80-25C3D44B2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Probleme/Fragen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39E20ABB-268F-851A-8F5F-35F227EE306C}"/>
              </a:ext>
            </a:extLst>
          </p:cNvPr>
          <p:cNvSpPr txBox="1">
            <a:spLocks/>
          </p:cNvSpPr>
          <p:nvPr/>
        </p:nvSpPr>
        <p:spPr>
          <a:xfrm>
            <a:off x="843810" y="180717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32BCB1-01F3-0225-26D3-A473DBA5EC1F}"/>
              </a:ext>
            </a:extLst>
          </p:cNvPr>
          <p:cNvSpPr txBox="1">
            <a:spLocks/>
          </p:cNvSpPr>
          <p:nvPr/>
        </p:nvSpPr>
        <p:spPr>
          <a:xfrm>
            <a:off x="996210" y="195957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Kolloquium in Englisch?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7940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083C0-4FED-2225-8020-9D6EF1BB9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82232E-56E2-544A-99C1-A314FC9C0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Nächste Schritte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605211-ED0F-94CB-5AE5-5341978EE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810" y="1807172"/>
            <a:ext cx="10515600" cy="4351338"/>
          </a:xfrm>
        </p:spPr>
        <p:txBody>
          <a:bodyPr/>
          <a:lstStyle/>
          <a:p>
            <a:r>
              <a:rPr lang="de-DE" dirty="0"/>
              <a:t>Weiter Schreiben</a:t>
            </a:r>
          </a:p>
          <a:p>
            <a:r>
              <a:rPr lang="de-DE" dirty="0" err="1"/>
              <a:t>Program-Repair</a:t>
            </a:r>
            <a:endParaRPr lang="de-DE" dirty="0"/>
          </a:p>
          <a:p>
            <a:pPr lvl="1"/>
            <a:r>
              <a:rPr lang="de-DE" dirty="0"/>
              <a:t>Nur Wahrscheinlichkeiten der </a:t>
            </a:r>
            <a:r>
              <a:rPr lang="de-DE" dirty="0" err="1"/>
              <a:t>Diffs</a:t>
            </a:r>
            <a:endParaRPr lang="de-DE" dirty="0"/>
          </a:p>
          <a:p>
            <a:r>
              <a:rPr lang="de-DE" dirty="0"/>
              <a:t>Code Token-Wahrscheinlichkeiten regenerieren lassen mit großem Modell</a:t>
            </a:r>
          </a:p>
        </p:txBody>
      </p:sp>
    </p:spTree>
    <p:extLst>
      <p:ext uri="{BB962C8B-B14F-4D97-AF65-F5344CB8AC3E}">
        <p14:creationId xmlns:p14="http://schemas.microsoft.com/office/powerpoint/2010/main" val="2107686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Breitbild</PresentationFormat>
  <Paragraphs>24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</vt:lpstr>
      <vt:lpstr>Meeting 04.06.2025</vt:lpstr>
      <vt:lpstr>Fortschritt</vt:lpstr>
      <vt:lpstr>Regressor</vt:lpstr>
      <vt:lpstr>Regressor</vt:lpstr>
      <vt:lpstr>Probleme/Fragen</vt:lpstr>
      <vt:lpstr>Nächste Schritte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wrv0t4_p41@hsrheinmain.onmicrosoft.com</dc:creator>
  <cp:lastModifiedBy>wrv0t4_p41@hsrheinmain.onmicrosoft.com</cp:lastModifiedBy>
  <cp:revision>197</cp:revision>
  <dcterms:created xsi:type="dcterms:W3CDTF">2025-02-04T21:38:14Z</dcterms:created>
  <dcterms:modified xsi:type="dcterms:W3CDTF">2025-06-04T10:56:01Z</dcterms:modified>
</cp:coreProperties>
</file>