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4" r:id="rId5"/>
    <p:sldId id="263" r:id="rId6"/>
    <p:sldId id="258" r:id="rId7"/>
    <p:sldId id="265" r:id="rId8"/>
    <p:sldId id="259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67" d="100"/>
          <a:sy n="67" d="100"/>
        </p:scale>
        <p:origin x="96" y="3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6EBAB-3A16-712B-A15F-1E746AF7F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EA9C-731E-DBE1-C5E4-B64179D21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E81D4D-EDFC-30E3-77AC-22615962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18.02.2025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A5E896-566C-15CA-B96F-4F6B45E5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EA4C7-0DAE-E291-9762-269C05FA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4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ACF27-C255-B56D-DDC9-419FB1B5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5F8DF7-D26B-A449-DA5F-58AF7FB6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727B82-719D-2666-F1B8-2EFD3847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18.02.2025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BACA74-EC0F-11E2-6708-874AAAAD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CC9690-E868-6D2F-DA79-17D7D706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92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7F3B2-5510-0D11-FFBC-6B05FA19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A90F53-CA34-CB2A-F736-62D9BEB5E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8EB3A7-9B31-9973-C757-5138B8EC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18.02.2025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B2F319-2896-40F8-4E83-ED163F05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D7434D-0B2B-DF2E-D028-9CEC46D3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24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B5F27-5486-B4C3-8B01-AECA3362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743C3-1A54-0AC7-EFC2-EA003E9A2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F697AC-262F-FC82-A5FD-2CC83C282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84A44-92FF-430C-E8D3-3D8849B1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18.02.2025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713DF8-D713-8DD5-AA8F-04FBE58F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29B9F1-B26F-A0D6-A592-FCEC89BD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FE35FC-D317-CDED-17D5-1A495860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70585D-B45A-E213-B26F-06B14A7A7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58C5E0-6555-E39C-3E8F-FD15755AB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88F357-13CE-6723-66B8-11E34227A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01971F-18DB-1EC2-E3D9-3DF964FFF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F039B5-3504-8809-B6D5-D96DDFD9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18.02.2025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F09212C-E7E5-3634-3A37-6F94E50C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A95597-C8AC-BE10-4B7D-2335BA83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20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37A88-D306-AE28-911A-0E50C0A6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A49C43-DC1D-CB26-E23D-F30694ED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18.02.2025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C20557-ED07-6D95-7C15-8A6C260F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EE7DDD-94A2-2790-5DAF-4CB59DFA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20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4374E5-54D0-1367-991C-1ECDAD14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18.02.2025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503CEA-FB8E-57CD-F9D2-C3170506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6D1D0C-19C2-4DF3-5A5D-6A55AAAD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36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1785E-0B66-FA5B-8B36-EDDBFD06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915086-91E8-BD28-7D53-09BF46065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84D735-646B-A7C0-53F7-0DB0D6B8A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F5FB0F-8BEE-457A-99E4-AA397C49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18.02.2025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08954C-E2FB-16B8-A6EE-72B30B98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90BCBC-F5C0-7A72-C00F-EB4EFE8C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28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290218-EAEC-CF02-943F-629EF5AA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BC35E6-3E6E-58F4-FB3E-F1833353F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1DBB99-5F37-1B63-3027-8F7106A0A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1F0C76-F9D3-A34A-D91F-3C323816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18.02.2025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043772-95C1-494D-29FF-93DACAE8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CDB21B-10AF-A449-6479-425359E7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90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42747-1839-87A2-2D85-CAE6DEC1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9BE45E-A91C-B112-8D70-80923AFEE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F245C4-B4E8-2CC6-243F-43827E47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18.02.2025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79A67-60EA-C3D8-1995-7FC591CC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AC84DF-A79B-7974-89AB-93AB8E28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94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A9A15D-1F52-3F1B-6DBD-3B66A9D96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6AE342-4D56-D802-D3F4-D3E756FD9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B65326-2E47-6863-BB58-50A20D65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18.02.2025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99D3C9-5390-53BF-CF0C-4F0CDA75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0D5C2-5F39-5BD9-D0B2-552B7488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74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190FFF-6C70-5A0C-8497-1D769606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EDD04-4322-13BD-C249-176F3791B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40542-238A-F861-F910-A7537F5C8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C5395-5867-409A-9EBF-57AEA1CD51C6}" type="datetimeFigureOut">
              <a:rPr lang="de-DE" smtClean="0"/>
              <a:t>18.02.2025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FC237-C955-51B1-4921-179FFBA63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A6FD00-EE39-FF86-1B6F-4A4DBF242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5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engineering-halsteads-software-metrics/" TargetMode="External"/><Relationship Id="rId2" Type="http://schemas.openxmlformats.org/officeDocument/2006/relationships/hyperlink" Target="https://learn.microsoft.com/de-de/visualstudio/code-quality/code-metrics-values?view=vs-2022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BC9122-675A-F643-11CD-AF2CCA0E4D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19.02.2025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843062-9BF9-CA17-BBFA-DA13C8281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108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D5285-4B3F-FC97-B243-14D43397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Fortschritt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635108-87AC-4C5D-0042-80AF2B4E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Auswertung mehrerer </a:t>
            </a:r>
            <a:r>
              <a:rPr lang="de-DE" dirty="0" err="1"/>
              <a:t>completions</a:t>
            </a:r>
            <a:r>
              <a:rPr lang="de-DE" dirty="0"/>
              <a:t> pro sample</a:t>
            </a:r>
          </a:p>
          <a:p>
            <a:r>
              <a:rPr lang="de-DE" dirty="0"/>
              <a:t>Histogramm </a:t>
            </a:r>
            <a:r>
              <a:rPr lang="de-DE" dirty="0" err="1"/>
              <a:t>Binning</a:t>
            </a:r>
            <a:r>
              <a:rPr lang="de-DE" dirty="0"/>
              <a:t> Ergebnisse</a:t>
            </a:r>
          </a:p>
          <a:p>
            <a:r>
              <a:rPr lang="de-DE" dirty="0"/>
              <a:t>Ideen für Gruppen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540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80AE2-B802-B18E-FB4A-D50B4D31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8DD6E-B19D-5DE8-F11E-114009DA5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– Histogramm </a:t>
            </a:r>
            <a:r>
              <a:rPr lang="de-DE" dirty="0" err="1"/>
              <a:t>binning</a:t>
            </a:r>
            <a:r>
              <a:rPr lang="de-DE" dirty="0"/>
              <a:t> Linear</a:t>
            </a:r>
          </a:p>
        </p:txBody>
      </p:sp>
      <p:pic>
        <p:nvPicPr>
          <p:cNvPr id="17" name="Grafik 16" descr="Ein Bild, das Text, Diagramm, Reihe, Steigung enthält.&#10;&#10;KI-generierte Inhalte können fehlerhaft sein.">
            <a:extLst>
              <a:ext uri="{FF2B5EF4-FFF2-40B4-BE49-F238E27FC236}">
                <a16:creationId xmlns:a16="http://schemas.microsoft.com/office/drawing/2014/main" id="{58D33D8B-454D-803E-4ECE-596883294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2" y="1546304"/>
            <a:ext cx="4611771" cy="3458828"/>
          </a:xfrm>
          <a:prstGeom prst="rect">
            <a:avLst/>
          </a:prstGeom>
        </p:spPr>
      </p:pic>
      <p:pic>
        <p:nvPicPr>
          <p:cNvPr id="19" name="Grafik 18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1C7DFE28-0327-5D65-79E1-124208D1D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029" y="1546303"/>
            <a:ext cx="4611772" cy="3458829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FBC1BA7E-3B30-29CD-9FF9-FFE2439A2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730349"/>
              </p:ext>
            </p:extLst>
          </p:nvPr>
        </p:nvGraphicFramePr>
        <p:xfrm>
          <a:off x="789073" y="5089358"/>
          <a:ext cx="4710028" cy="150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507">
                  <a:extLst>
                    <a:ext uri="{9D8B030D-6E8A-4147-A177-3AD203B41FA5}">
                      <a16:colId xmlns:a16="http://schemas.microsoft.com/office/drawing/2014/main" val="355941423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109412655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15176359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016394752"/>
                    </a:ext>
                  </a:extLst>
                </a:gridCol>
              </a:tblGrid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5076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63122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ASCE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04494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16217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9010684-FB86-40FD-CDBD-303B2E0D41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254709"/>
              </p:ext>
            </p:extLst>
          </p:nvPr>
        </p:nvGraphicFramePr>
        <p:xfrm>
          <a:off x="6692901" y="5089358"/>
          <a:ext cx="4710028" cy="150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507">
                  <a:extLst>
                    <a:ext uri="{9D8B030D-6E8A-4147-A177-3AD203B41FA5}">
                      <a16:colId xmlns:a16="http://schemas.microsoft.com/office/drawing/2014/main" val="355941423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109412655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15176359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016394752"/>
                    </a:ext>
                  </a:extLst>
                </a:gridCol>
              </a:tblGrid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5076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63122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ASCE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04494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16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597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601DC-2E38-749C-7622-C595D8DFD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B07D21-20E7-22A7-A933-B991BBC8A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– Histogramm </a:t>
            </a:r>
            <a:r>
              <a:rPr lang="de-DE" dirty="0" err="1"/>
              <a:t>binning</a:t>
            </a:r>
            <a:r>
              <a:rPr lang="de-DE" dirty="0"/>
              <a:t> Quantile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A9859A21-3E0E-2659-DEBA-9689817D3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2" y="1546304"/>
            <a:ext cx="4611770" cy="3458828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24A21ADB-1710-6378-3AFE-B8C1D138D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2029" y="1546303"/>
            <a:ext cx="4611772" cy="3458829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8BAA514B-51ED-96DF-9B2C-ED10D10CF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259525"/>
              </p:ext>
            </p:extLst>
          </p:nvPr>
        </p:nvGraphicFramePr>
        <p:xfrm>
          <a:off x="789073" y="5089358"/>
          <a:ext cx="4710028" cy="150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507">
                  <a:extLst>
                    <a:ext uri="{9D8B030D-6E8A-4147-A177-3AD203B41FA5}">
                      <a16:colId xmlns:a16="http://schemas.microsoft.com/office/drawing/2014/main" val="355941423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109412655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15176359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016394752"/>
                    </a:ext>
                  </a:extLst>
                </a:gridCol>
              </a:tblGrid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5076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63122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ASCE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04494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16217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F43A2A17-9DA2-B006-A609-3A0D62888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105351"/>
              </p:ext>
            </p:extLst>
          </p:nvPr>
        </p:nvGraphicFramePr>
        <p:xfrm>
          <a:off x="6692901" y="5089358"/>
          <a:ext cx="4710028" cy="150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507">
                  <a:extLst>
                    <a:ext uri="{9D8B030D-6E8A-4147-A177-3AD203B41FA5}">
                      <a16:colId xmlns:a16="http://schemas.microsoft.com/office/drawing/2014/main" val="355941423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109412655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15176359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016394752"/>
                    </a:ext>
                  </a:extLst>
                </a:gridCol>
              </a:tblGrid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5076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63122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ASCE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04494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16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97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1DBF-639A-914F-660E-44FFC2C9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A4FC2-43A4-99C7-9CA5-020F838F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Scores</a:t>
            </a:r>
          </a:p>
        </p:txBody>
      </p:sp>
      <p:pic>
        <p:nvPicPr>
          <p:cNvPr id="7" name="Grafik 6" descr="Ein Bild, das Text, Schrift, gelb, Zahl enthält.&#10;&#10;KI-generierte Inhalte können fehlerhaft sein.">
            <a:extLst>
              <a:ext uri="{FF2B5EF4-FFF2-40B4-BE49-F238E27FC236}">
                <a16:creationId xmlns:a16="http://schemas.microsoft.com/office/drawing/2014/main" id="{FF914935-A8C8-B88B-2420-8F5FACC9F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56" y="2130298"/>
            <a:ext cx="4073936" cy="841502"/>
          </a:xfrm>
          <a:prstGeom prst="rect">
            <a:avLst/>
          </a:prstGeom>
        </p:spPr>
      </p:pic>
      <p:pic>
        <p:nvPicPr>
          <p:cNvPr id="9" name="Grafik 8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04060F8F-7105-CBFC-0535-550BE0DAD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56" y="3170066"/>
            <a:ext cx="3829908" cy="95747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B737AFC-1234-6778-18DE-EF456F6BC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54" y="4520914"/>
            <a:ext cx="3795716" cy="84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13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D34FA-3EB9-18ED-2C13-97173E13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Probleme/Fragen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65C862-CA15-4CC2-2965-2177F13A1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Baseline </a:t>
            </a:r>
            <a:r>
              <a:rPr lang="de-DE" dirty="0" err="1"/>
              <a:t>Skill</a:t>
            </a:r>
            <a:r>
              <a:rPr lang="de-DE" dirty="0"/>
              <a:t> Score (Train/Test)</a:t>
            </a:r>
          </a:p>
          <a:p>
            <a:r>
              <a:rPr lang="de-DE" dirty="0"/>
              <a:t>Berechnung Deltas/Anwendung Histogramm </a:t>
            </a:r>
            <a:r>
              <a:rPr lang="de-DE" dirty="0" err="1"/>
              <a:t>Binning</a:t>
            </a:r>
            <a:br>
              <a:rPr lang="de-DE" dirty="0"/>
            </a:b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1687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4634E-A6B6-BBF5-0A43-F20362B61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F07FE6-CAE6-903A-3E92-4110E4D02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Gruppen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3C0FC9-3EFF-E59C-9FF1-EEAF96391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Metadaten Auswertung (Exitcode, Status, </a:t>
            </a:r>
            <a:r>
              <a:rPr lang="de-DE" dirty="0" err="1"/>
              <a:t>stderr</a:t>
            </a:r>
            <a:r>
              <a:rPr lang="de-DE" dirty="0"/>
              <a:t>)</a:t>
            </a:r>
          </a:p>
          <a:p>
            <a:r>
              <a:rPr lang="de-DE" dirty="0" err="1"/>
              <a:t>Maintainability</a:t>
            </a:r>
            <a:r>
              <a:rPr lang="de-DE" dirty="0"/>
              <a:t> Index </a:t>
            </a:r>
            <a:r>
              <a:rPr lang="de-DE" dirty="0" err="1"/>
              <a:t>Vscode</a:t>
            </a:r>
            <a:r>
              <a:rPr lang="de-DE" dirty="0"/>
              <a:t> (</a:t>
            </a:r>
            <a:r>
              <a:rPr lang="de-DE" dirty="0">
                <a:hlinkClick r:id="rId2"/>
              </a:rPr>
              <a:t>Link</a:t>
            </a:r>
            <a:r>
              <a:rPr lang="de-DE" dirty="0"/>
              <a:t>)</a:t>
            </a:r>
          </a:p>
          <a:p>
            <a:r>
              <a:rPr lang="de-DE" dirty="0" err="1"/>
              <a:t>Halstead’s</a:t>
            </a:r>
            <a:r>
              <a:rPr lang="de-DE" dirty="0"/>
              <a:t> Software-Science-Metriken (</a:t>
            </a:r>
            <a:r>
              <a:rPr lang="de-DE" dirty="0">
                <a:hlinkClick r:id="rId3"/>
              </a:rPr>
              <a:t>Link</a:t>
            </a:r>
            <a:r>
              <a:rPr lang="de-DE" dirty="0"/>
              <a:t>)</a:t>
            </a:r>
            <a:br>
              <a:rPr lang="de-DE" dirty="0"/>
            </a:b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7464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C53618-6135-7EB1-E10F-DF5A9555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CA4E45-6001-F8AB-371B-B0565A0E7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Histogramm </a:t>
            </a:r>
            <a:r>
              <a:rPr lang="de-DE" dirty="0" err="1"/>
              <a:t>Binning</a:t>
            </a:r>
            <a:r>
              <a:rPr lang="de-DE" dirty="0"/>
              <a:t> Quantile überprüfen</a:t>
            </a:r>
          </a:p>
          <a:p>
            <a:r>
              <a:rPr lang="de-DE" dirty="0"/>
              <a:t>Nächsten Algorithmus umzusetzen (GROUP-CONDITIONAL UNBIASEDNESS)</a:t>
            </a:r>
          </a:p>
          <a:p>
            <a:r>
              <a:rPr lang="de-DE" dirty="0"/>
              <a:t>Generierung von </a:t>
            </a:r>
            <a:r>
              <a:rPr lang="de-DE" dirty="0" err="1"/>
              <a:t>runs</a:t>
            </a:r>
            <a:r>
              <a:rPr lang="de-DE" dirty="0"/>
              <a:t> mit n (=5/10) </a:t>
            </a:r>
            <a:r>
              <a:rPr lang="de-DE" dirty="0" err="1"/>
              <a:t>completions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3634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Breitbild</PresentationFormat>
  <Paragraphs>84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Meeting 19.02.2025</vt:lpstr>
      <vt:lpstr>Fortschritt</vt:lpstr>
      <vt:lpstr>Ergebnisse – Histogramm binning Linear</vt:lpstr>
      <vt:lpstr>Ergebnisse – Histogramm binning Quantile</vt:lpstr>
      <vt:lpstr>Scores</vt:lpstr>
      <vt:lpstr>Probleme/Fragen</vt:lpstr>
      <vt:lpstr>Gruppen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wrv0t4_p41@hsrheinmain.onmicrosoft.com</dc:creator>
  <cp:lastModifiedBy>wrv0t4_p41@hsrheinmain.onmicrosoft.com</cp:lastModifiedBy>
  <cp:revision>48</cp:revision>
  <dcterms:created xsi:type="dcterms:W3CDTF">2025-02-04T21:38:14Z</dcterms:created>
  <dcterms:modified xsi:type="dcterms:W3CDTF">2025-02-18T21:44:21Z</dcterms:modified>
</cp:coreProperties>
</file>